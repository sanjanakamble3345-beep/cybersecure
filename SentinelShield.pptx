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sldIdLst>
    <p:sldId id="2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16C5E-8870-4FBE-AD5E-99429D1AB390}" v="19" dt="2026-02-19T20:33:35.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na Kamble" userId="833ed7261b0a54d8" providerId="LiveId" clId="{D521044D-BFD6-45AD-A9E9-B8ADBE511A53}"/>
    <pc:docChg chg="custSel addSld delSld modSld sldOrd">
      <pc:chgData name="Sanjana Kamble" userId="833ed7261b0a54d8" providerId="LiveId" clId="{D521044D-BFD6-45AD-A9E9-B8ADBE511A53}" dt="2026-02-19T20:34:40.557" v="1066" actId="14100"/>
      <pc:docMkLst>
        <pc:docMk/>
      </pc:docMkLst>
      <pc:sldChg chg="modSp del mod">
        <pc:chgData name="Sanjana Kamble" userId="833ed7261b0a54d8" providerId="LiveId" clId="{D521044D-BFD6-45AD-A9E9-B8ADBE511A53}" dt="2026-02-19T20:25:47.586" v="289" actId="47"/>
        <pc:sldMkLst>
          <pc:docMk/>
          <pc:sldMk cId="2867006464" sldId="256"/>
        </pc:sldMkLst>
        <pc:spChg chg="mod">
          <ac:chgData name="Sanjana Kamble" userId="833ed7261b0a54d8" providerId="LiveId" clId="{D521044D-BFD6-45AD-A9E9-B8ADBE511A53}" dt="2026-02-19T20:25:43.089" v="288" actId="27636"/>
          <ac:spMkLst>
            <pc:docMk/>
            <pc:sldMk cId="2867006464" sldId="256"/>
            <ac:spMk id="2" creationId="{1170A911-DD58-5EAA-2B41-18B99617B265}"/>
          </ac:spMkLst>
        </pc:spChg>
      </pc:sldChg>
      <pc:sldChg chg="modSp mod">
        <pc:chgData name="Sanjana Kamble" userId="833ed7261b0a54d8" providerId="LiveId" clId="{D521044D-BFD6-45AD-A9E9-B8ADBE511A53}" dt="2026-02-19T20:30:36.830" v="1040" actId="20577"/>
        <pc:sldMkLst>
          <pc:docMk/>
          <pc:sldMk cId="919992140" sldId="257"/>
        </pc:sldMkLst>
        <pc:spChg chg="mod">
          <ac:chgData name="Sanjana Kamble" userId="833ed7261b0a54d8" providerId="LiveId" clId="{D521044D-BFD6-45AD-A9E9-B8ADBE511A53}" dt="2026-02-19T20:30:36.830" v="1040" actId="20577"/>
          <ac:spMkLst>
            <pc:docMk/>
            <pc:sldMk cId="919992140" sldId="257"/>
            <ac:spMk id="3" creationId="{D5F64A23-650D-E464-1AA0-5A715C360D03}"/>
          </ac:spMkLst>
        </pc:spChg>
      </pc:sldChg>
      <pc:sldChg chg="modSp mod">
        <pc:chgData name="Sanjana Kamble" userId="833ed7261b0a54d8" providerId="LiveId" clId="{D521044D-BFD6-45AD-A9E9-B8ADBE511A53}" dt="2026-02-19T20:30:48.433" v="1041" actId="255"/>
        <pc:sldMkLst>
          <pc:docMk/>
          <pc:sldMk cId="1386049041" sldId="258"/>
        </pc:sldMkLst>
        <pc:spChg chg="mod">
          <ac:chgData name="Sanjana Kamble" userId="833ed7261b0a54d8" providerId="LiveId" clId="{D521044D-BFD6-45AD-A9E9-B8ADBE511A53}" dt="2026-02-19T20:30:48.433" v="1041" actId="255"/>
          <ac:spMkLst>
            <pc:docMk/>
            <pc:sldMk cId="1386049041" sldId="258"/>
            <ac:spMk id="3" creationId="{545735E7-4F32-C4D7-F068-948B2FF5348E}"/>
          </ac:spMkLst>
        </pc:spChg>
      </pc:sldChg>
      <pc:sldChg chg="modSp mod">
        <pc:chgData name="Sanjana Kamble" userId="833ed7261b0a54d8" providerId="LiveId" clId="{D521044D-BFD6-45AD-A9E9-B8ADBE511A53}" dt="2026-02-19T20:33:36.188" v="1064" actId="27636"/>
        <pc:sldMkLst>
          <pc:docMk/>
          <pc:sldMk cId="2993314575" sldId="259"/>
        </pc:sldMkLst>
        <pc:spChg chg="mod">
          <ac:chgData name="Sanjana Kamble" userId="833ed7261b0a54d8" providerId="LiveId" clId="{D521044D-BFD6-45AD-A9E9-B8ADBE511A53}" dt="2026-02-19T20:33:36.188" v="1064" actId="27636"/>
          <ac:spMkLst>
            <pc:docMk/>
            <pc:sldMk cId="2993314575" sldId="259"/>
            <ac:spMk id="2" creationId="{691AA4F9-739B-5C78-C64F-4D4373A5E3BD}"/>
          </ac:spMkLst>
        </pc:spChg>
        <pc:spChg chg="mod">
          <ac:chgData name="Sanjana Kamble" userId="833ed7261b0a54d8" providerId="LiveId" clId="{D521044D-BFD6-45AD-A9E9-B8ADBE511A53}" dt="2026-02-19T20:30:56.891" v="1042" actId="255"/>
          <ac:spMkLst>
            <pc:docMk/>
            <pc:sldMk cId="2993314575" sldId="259"/>
            <ac:spMk id="3" creationId="{2CF20647-75AE-AA03-AA0C-9520DF73A7E1}"/>
          </ac:spMkLst>
        </pc:spChg>
      </pc:sldChg>
      <pc:sldChg chg="modSp mod">
        <pc:chgData name="Sanjana Kamble" userId="833ed7261b0a54d8" providerId="LiveId" clId="{D521044D-BFD6-45AD-A9E9-B8ADBE511A53}" dt="2026-02-19T20:31:05.371" v="1043" actId="255"/>
        <pc:sldMkLst>
          <pc:docMk/>
          <pc:sldMk cId="3061521148" sldId="260"/>
        </pc:sldMkLst>
        <pc:spChg chg="mod">
          <ac:chgData name="Sanjana Kamble" userId="833ed7261b0a54d8" providerId="LiveId" clId="{D521044D-BFD6-45AD-A9E9-B8ADBE511A53}" dt="2026-02-19T20:31:05.371" v="1043" actId="255"/>
          <ac:spMkLst>
            <pc:docMk/>
            <pc:sldMk cId="3061521148" sldId="260"/>
            <ac:spMk id="3" creationId="{2E89F112-30F4-7B6B-6FF1-2C3668B461AA}"/>
          </ac:spMkLst>
        </pc:spChg>
      </pc:sldChg>
      <pc:sldChg chg="modSp mod">
        <pc:chgData name="Sanjana Kamble" userId="833ed7261b0a54d8" providerId="LiveId" clId="{D521044D-BFD6-45AD-A9E9-B8ADBE511A53}" dt="2026-02-19T20:33:36.204" v="1065" actId="27636"/>
        <pc:sldMkLst>
          <pc:docMk/>
          <pc:sldMk cId="3995179707" sldId="261"/>
        </pc:sldMkLst>
        <pc:spChg chg="mod">
          <ac:chgData name="Sanjana Kamble" userId="833ed7261b0a54d8" providerId="LiveId" clId="{D521044D-BFD6-45AD-A9E9-B8ADBE511A53}" dt="2026-02-19T20:33:36.204" v="1065" actId="27636"/>
          <ac:spMkLst>
            <pc:docMk/>
            <pc:sldMk cId="3995179707" sldId="261"/>
            <ac:spMk id="3" creationId="{51FA852B-E7B6-7DD9-DEAD-A45375406131}"/>
          </ac:spMkLst>
        </pc:spChg>
      </pc:sldChg>
      <pc:sldChg chg="modSp mod">
        <pc:chgData name="Sanjana Kamble" userId="833ed7261b0a54d8" providerId="LiveId" clId="{D521044D-BFD6-45AD-A9E9-B8ADBE511A53}" dt="2026-02-19T20:33:36.076" v="1060" actId="27636"/>
        <pc:sldMkLst>
          <pc:docMk/>
          <pc:sldMk cId="12792542" sldId="262"/>
        </pc:sldMkLst>
        <pc:spChg chg="mod">
          <ac:chgData name="Sanjana Kamble" userId="833ed7261b0a54d8" providerId="LiveId" clId="{D521044D-BFD6-45AD-A9E9-B8ADBE511A53}" dt="2026-02-19T20:33:36.076" v="1060" actId="27636"/>
          <ac:spMkLst>
            <pc:docMk/>
            <pc:sldMk cId="12792542" sldId="262"/>
            <ac:spMk id="3" creationId="{405A04DC-5A71-039A-A7E6-3E286C991847}"/>
          </ac:spMkLst>
        </pc:spChg>
      </pc:sldChg>
      <pc:sldChg chg="modSp mod">
        <pc:chgData name="Sanjana Kamble" userId="833ed7261b0a54d8" providerId="LiveId" clId="{D521044D-BFD6-45AD-A9E9-B8ADBE511A53}" dt="2026-02-19T20:34:40.557" v="1066" actId="14100"/>
        <pc:sldMkLst>
          <pc:docMk/>
          <pc:sldMk cId="2186976002" sldId="264"/>
        </pc:sldMkLst>
        <pc:spChg chg="mod">
          <ac:chgData name="Sanjana Kamble" userId="833ed7261b0a54d8" providerId="LiveId" clId="{D521044D-BFD6-45AD-A9E9-B8ADBE511A53}" dt="2026-02-19T20:34:40.557" v="1066" actId="14100"/>
          <ac:spMkLst>
            <pc:docMk/>
            <pc:sldMk cId="2186976002" sldId="264"/>
            <ac:spMk id="3" creationId="{24D91BCB-D78D-AC83-3B83-A3DE2A309248}"/>
          </ac:spMkLst>
        </pc:spChg>
      </pc:sldChg>
      <pc:sldChg chg="modSp mod">
        <pc:chgData name="Sanjana Kamble" userId="833ed7261b0a54d8" providerId="LiveId" clId="{D521044D-BFD6-45AD-A9E9-B8ADBE511A53}" dt="2026-02-19T20:33:36.124" v="1061" actId="27636"/>
        <pc:sldMkLst>
          <pc:docMk/>
          <pc:sldMk cId="3200338868" sldId="265"/>
        </pc:sldMkLst>
        <pc:spChg chg="mod">
          <ac:chgData name="Sanjana Kamble" userId="833ed7261b0a54d8" providerId="LiveId" clId="{D521044D-BFD6-45AD-A9E9-B8ADBE511A53}" dt="2026-02-19T20:33:36.124" v="1061" actId="27636"/>
          <ac:spMkLst>
            <pc:docMk/>
            <pc:sldMk cId="3200338868" sldId="265"/>
            <ac:spMk id="3" creationId="{78CAB721-A68B-C5E7-EA8F-C20E41ADCFAE}"/>
          </ac:spMkLst>
        </pc:spChg>
      </pc:sldChg>
      <pc:sldChg chg="modSp mod">
        <pc:chgData name="Sanjana Kamble" userId="833ed7261b0a54d8" providerId="LiveId" clId="{D521044D-BFD6-45AD-A9E9-B8ADBE511A53}" dt="2026-02-19T20:33:36.156" v="1062" actId="27636"/>
        <pc:sldMkLst>
          <pc:docMk/>
          <pc:sldMk cId="62430784" sldId="267"/>
        </pc:sldMkLst>
        <pc:spChg chg="mod">
          <ac:chgData name="Sanjana Kamble" userId="833ed7261b0a54d8" providerId="LiveId" clId="{D521044D-BFD6-45AD-A9E9-B8ADBE511A53}" dt="2026-02-19T20:33:36.156" v="1062" actId="27636"/>
          <ac:spMkLst>
            <pc:docMk/>
            <pc:sldMk cId="62430784" sldId="267"/>
            <ac:spMk id="3" creationId="{FAA1FD5F-7877-2BAF-BD85-C218DB544985}"/>
          </ac:spMkLst>
        </pc:spChg>
      </pc:sldChg>
      <pc:sldChg chg="modSp mod">
        <pc:chgData name="Sanjana Kamble" userId="833ed7261b0a54d8" providerId="LiveId" clId="{D521044D-BFD6-45AD-A9E9-B8ADBE511A53}" dt="2026-02-19T20:23:56.656" v="284" actId="14100"/>
        <pc:sldMkLst>
          <pc:docMk/>
          <pc:sldMk cId="3604101367" sldId="271"/>
        </pc:sldMkLst>
        <pc:spChg chg="mod">
          <ac:chgData name="Sanjana Kamble" userId="833ed7261b0a54d8" providerId="LiveId" clId="{D521044D-BFD6-45AD-A9E9-B8ADBE511A53}" dt="2026-02-19T20:23:56.656" v="284" actId="14100"/>
          <ac:spMkLst>
            <pc:docMk/>
            <pc:sldMk cId="3604101367" sldId="271"/>
            <ac:spMk id="3" creationId="{6E0ED456-880B-D70E-8B07-65E33160D2CB}"/>
          </ac:spMkLst>
        </pc:spChg>
      </pc:sldChg>
      <pc:sldChg chg="modSp del mod">
        <pc:chgData name="Sanjana Kamble" userId="833ed7261b0a54d8" providerId="LiveId" clId="{D521044D-BFD6-45AD-A9E9-B8ADBE511A53}" dt="2026-02-19T20:16:22.462" v="4" actId="47"/>
        <pc:sldMkLst>
          <pc:docMk/>
          <pc:sldMk cId="2061754176" sldId="272"/>
        </pc:sldMkLst>
        <pc:spChg chg="mod">
          <ac:chgData name="Sanjana Kamble" userId="833ed7261b0a54d8" providerId="LiveId" clId="{D521044D-BFD6-45AD-A9E9-B8ADBE511A53}" dt="2026-02-19T20:16:19.566" v="3" actId="20577"/>
          <ac:spMkLst>
            <pc:docMk/>
            <pc:sldMk cId="2061754176" sldId="272"/>
            <ac:spMk id="2" creationId="{6B9A4BC6-7C45-3EA5-31F3-D7ADB814F8F5}"/>
          </ac:spMkLst>
        </pc:spChg>
      </pc:sldChg>
      <pc:sldChg chg="modSp new mod">
        <pc:chgData name="Sanjana Kamble" userId="833ed7261b0a54d8" providerId="LiveId" clId="{D521044D-BFD6-45AD-A9E9-B8ADBE511A53}" dt="2026-02-19T20:20:07.318" v="64"/>
        <pc:sldMkLst>
          <pc:docMk/>
          <pc:sldMk cId="2137216966" sldId="272"/>
        </pc:sldMkLst>
        <pc:spChg chg="mod">
          <ac:chgData name="Sanjana Kamble" userId="833ed7261b0a54d8" providerId="LiveId" clId="{D521044D-BFD6-45AD-A9E9-B8ADBE511A53}" dt="2026-02-19T20:19:39.157" v="62" actId="14100"/>
          <ac:spMkLst>
            <pc:docMk/>
            <pc:sldMk cId="2137216966" sldId="272"/>
            <ac:spMk id="2" creationId="{3813F2B8-F6CB-28F8-791B-4B6F4889235F}"/>
          </ac:spMkLst>
        </pc:spChg>
        <pc:spChg chg="mod">
          <ac:chgData name="Sanjana Kamble" userId="833ed7261b0a54d8" providerId="LiveId" clId="{D521044D-BFD6-45AD-A9E9-B8ADBE511A53}" dt="2026-02-19T20:20:07.318" v="64"/>
          <ac:spMkLst>
            <pc:docMk/>
            <pc:sldMk cId="2137216966" sldId="272"/>
            <ac:spMk id="3" creationId="{1A9EB321-E3F5-CC4A-3068-E21DB0F92DC3}"/>
          </ac:spMkLst>
        </pc:spChg>
      </pc:sldChg>
      <pc:sldChg chg="addSp delSp modSp new del">
        <pc:chgData name="Sanjana Kamble" userId="833ed7261b0a54d8" providerId="LiveId" clId="{D521044D-BFD6-45AD-A9E9-B8ADBE511A53}" dt="2026-02-19T20:17:15.052" v="11" actId="47"/>
        <pc:sldMkLst>
          <pc:docMk/>
          <pc:sldMk cId="3236385233" sldId="272"/>
        </pc:sldMkLst>
        <pc:spChg chg="del">
          <ac:chgData name="Sanjana Kamble" userId="833ed7261b0a54d8" providerId="LiveId" clId="{D521044D-BFD6-45AD-A9E9-B8ADBE511A53}" dt="2026-02-19T20:16:47.935" v="8"/>
          <ac:spMkLst>
            <pc:docMk/>
            <pc:sldMk cId="3236385233" sldId="272"/>
            <ac:spMk id="3" creationId="{292D0857-0716-D37F-8D08-4C40313292AA}"/>
          </ac:spMkLst>
        </pc:spChg>
        <pc:spChg chg="add mod">
          <ac:chgData name="Sanjana Kamble" userId="833ed7261b0a54d8" providerId="LiveId" clId="{D521044D-BFD6-45AD-A9E9-B8ADBE511A53}" dt="2026-02-19T20:17:01.868" v="10" actId="14100"/>
          <ac:spMkLst>
            <pc:docMk/>
            <pc:sldMk cId="3236385233" sldId="272"/>
            <ac:spMk id="4" creationId="{7D284F88-B57D-0BA4-1E31-8586ED42385A}"/>
          </ac:spMkLst>
        </pc:spChg>
      </pc:sldChg>
      <pc:sldChg chg="modSp new mod">
        <pc:chgData name="Sanjana Kamble" userId="833ed7261b0a54d8" providerId="LiveId" clId="{D521044D-BFD6-45AD-A9E9-B8ADBE511A53}" dt="2026-02-19T20:20:58.405" v="114" actId="27636"/>
        <pc:sldMkLst>
          <pc:docMk/>
          <pc:sldMk cId="1091933747" sldId="273"/>
        </pc:sldMkLst>
        <pc:spChg chg="mod">
          <ac:chgData name="Sanjana Kamble" userId="833ed7261b0a54d8" providerId="LiveId" clId="{D521044D-BFD6-45AD-A9E9-B8ADBE511A53}" dt="2026-02-19T20:20:29.506" v="109" actId="14100"/>
          <ac:spMkLst>
            <pc:docMk/>
            <pc:sldMk cId="1091933747" sldId="273"/>
            <ac:spMk id="2" creationId="{A74BCFA2-DEC9-0BA3-6E0E-F8E84B9AED62}"/>
          </ac:spMkLst>
        </pc:spChg>
        <pc:spChg chg="mod">
          <ac:chgData name="Sanjana Kamble" userId="833ed7261b0a54d8" providerId="LiveId" clId="{D521044D-BFD6-45AD-A9E9-B8ADBE511A53}" dt="2026-02-19T20:20:58.405" v="114" actId="27636"/>
          <ac:spMkLst>
            <pc:docMk/>
            <pc:sldMk cId="1091933747" sldId="273"/>
            <ac:spMk id="3" creationId="{93F3B1EE-5660-2497-F72C-13C95CA2D744}"/>
          </ac:spMkLst>
        </pc:spChg>
      </pc:sldChg>
      <pc:sldChg chg="addSp delSp modSp new mod ord">
        <pc:chgData name="Sanjana Kamble" userId="833ed7261b0a54d8" providerId="LiveId" clId="{D521044D-BFD6-45AD-A9E9-B8ADBE511A53}" dt="2026-02-19T20:33:36.172" v="1063" actId="27636"/>
        <pc:sldMkLst>
          <pc:docMk/>
          <pc:sldMk cId="1918381878" sldId="274"/>
        </pc:sldMkLst>
        <pc:spChg chg="mod">
          <ac:chgData name="Sanjana Kamble" userId="833ed7261b0a54d8" providerId="LiveId" clId="{D521044D-BFD6-45AD-A9E9-B8ADBE511A53}" dt="2026-02-19T20:33:36.172" v="1063" actId="27636"/>
          <ac:spMkLst>
            <pc:docMk/>
            <pc:sldMk cId="1918381878" sldId="274"/>
            <ac:spMk id="2" creationId="{F3EE7ADD-C0F5-F563-2323-66DD97CAC45F}"/>
          </ac:spMkLst>
        </pc:spChg>
        <pc:spChg chg="del mod">
          <ac:chgData name="Sanjana Kamble" userId="833ed7261b0a54d8" providerId="LiveId" clId="{D521044D-BFD6-45AD-A9E9-B8ADBE511A53}" dt="2026-02-19T20:27:03.419" v="346"/>
          <ac:spMkLst>
            <pc:docMk/>
            <pc:sldMk cId="1918381878" sldId="274"/>
            <ac:spMk id="3" creationId="{05DF84E6-1337-80B8-B8D3-209AE374208D}"/>
          </ac:spMkLst>
        </pc:spChg>
        <pc:graphicFrameChg chg="add mod">
          <ac:chgData name="Sanjana Kamble" userId="833ed7261b0a54d8" providerId="LiveId" clId="{D521044D-BFD6-45AD-A9E9-B8ADBE511A53}" dt="2026-02-19T20:27:03.419" v="346"/>
          <ac:graphicFrameMkLst>
            <pc:docMk/>
            <pc:sldMk cId="1918381878" sldId="274"/>
            <ac:graphicFrameMk id="4" creationId="{78075D79-AED8-A32E-6CB6-EEB0543FBCB7}"/>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E4F188-4C78-40DC-A445-B258D9C09DB5}"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2964751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E4F188-4C78-40DC-A445-B258D9C09DB5}"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41678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E4F188-4C78-40DC-A445-B258D9C09DB5}"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3087035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2515580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E4F188-4C78-40DC-A445-B258D9C09DB5}"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3452671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E4F188-4C78-40DC-A445-B258D9C09DB5}"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73886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E4F188-4C78-40DC-A445-B258D9C09DB5}"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3888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1701572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140260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1679814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470130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89479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E4F188-4C78-40DC-A445-B258D9C09DB5}"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2501792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CE4F188-4C78-40DC-A445-B258D9C09DB5}"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1689508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CE4F188-4C78-40DC-A445-B258D9C09DB5}"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22734376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E4F188-4C78-40DC-A445-B258D9C09DB5}"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408274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E4F188-4C78-40DC-A445-B258D9C09DB5}"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019E9-2386-4669-9E06-6E5979C3DACE}" type="slidenum">
              <a:rPr lang="en-IN" smtClean="0"/>
              <a:t>‹#›</a:t>
            </a:fld>
            <a:endParaRPr lang="en-IN"/>
          </a:p>
        </p:txBody>
      </p:sp>
    </p:spTree>
    <p:extLst>
      <p:ext uri="{BB962C8B-B14F-4D97-AF65-F5344CB8AC3E}">
        <p14:creationId xmlns:p14="http://schemas.microsoft.com/office/powerpoint/2010/main" val="3415017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CE4F188-4C78-40DC-A445-B258D9C09DB5}" type="datetimeFigureOut">
              <a:rPr lang="en-IN" smtClean="0"/>
              <a:t>20-02-2026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AB019E9-2386-4669-9E06-6E5979C3DACE}" type="slidenum">
              <a:rPr lang="en-IN" smtClean="0"/>
              <a:t>‹#›</a:t>
            </a:fld>
            <a:endParaRPr lang="en-IN"/>
          </a:p>
        </p:txBody>
      </p:sp>
    </p:spTree>
    <p:extLst>
      <p:ext uri="{BB962C8B-B14F-4D97-AF65-F5344CB8AC3E}">
        <p14:creationId xmlns:p14="http://schemas.microsoft.com/office/powerpoint/2010/main" val="641931578"/>
      </p:ext>
    </p:extLst>
  </p:cSld>
  <p:clrMap bg1="dk1" tx1="lt1" bg2="dk2" tx2="lt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4" r:id="rId14"/>
    <p:sldLayoutId id="2147483835" r:id="rId15"/>
    <p:sldLayoutId id="2147483836" r:id="rId16"/>
    <p:sldLayoutId id="214748383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E7ADD-C0F5-F563-2323-66DD97CAC45F}"/>
              </a:ext>
            </a:extLst>
          </p:cNvPr>
          <p:cNvSpPr>
            <a:spLocks noGrp="1"/>
          </p:cNvSpPr>
          <p:nvPr>
            <p:ph type="title"/>
          </p:nvPr>
        </p:nvSpPr>
        <p:spPr>
          <a:xfrm>
            <a:off x="838200" y="76201"/>
            <a:ext cx="10515600" cy="604836"/>
          </a:xfrm>
        </p:spPr>
        <p:txBody>
          <a:bodyPr>
            <a:normAutofit/>
          </a:bodyPr>
          <a:lstStyle/>
          <a:p>
            <a:r>
              <a:rPr lang="en-US" b="1" dirty="0"/>
              <a:t>                                     Index</a:t>
            </a:r>
            <a:endParaRPr lang="en-IN" b="1" dirty="0"/>
          </a:p>
        </p:txBody>
      </p:sp>
      <p:graphicFrame>
        <p:nvGraphicFramePr>
          <p:cNvPr id="4" name="Content Placeholder 3">
            <a:extLst>
              <a:ext uri="{FF2B5EF4-FFF2-40B4-BE49-F238E27FC236}">
                <a16:creationId xmlns:a16="http://schemas.microsoft.com/office/drawing/2014/main" id="{78075D79-AED8-A32E-6CB6-EEB0543FBCB7}"/>
              </a:ext>
            </a:extLst>
          </p:cNvPr>
          <p:cNvGraphicFramePr>
            <a:graphicFrameLocks noGrp="1"/>
          </p:cNvGraphicFramePr>
          <p:nvPr>
            <p:ph idx="1"/>
          </p:nvPr>
        </p:nvGraphicFramePr>
        <p:xfrm>
          <a:off x="663575" y="1234440"/>
          <a:ext cx="10515600" cy="4389120"/>
        </p:xfrm>
        <a:graphic>
          <a:graphicData uri="http://schemas.openxmlformats.org/drawingml/2006/table">
            <a:tbl>
              <a:tblPr/>
              <a:tblGrid>
                <a:gridCol w="5257800">
                  <a:extLst>
                    <a:ext uri="{9D8B030D-6E8A-4147-A177-3AD203B41FA5}">
                      <a16:colId xmlns:a16="http://schemas.microsoft.com/office/drawing/2014/main" val="2374073968"/>
                    </a:ext>
                  </a:extLst>
                </a:gridCol>
                <a:gridCol w="5257800">
                  <a:extLst>
                    <a:ext uri="{9D8B030D-6E8A-4147-A177-3AD203B41FA5}">
                      <a16:colId xmlns:a16="http://schemas.microsoft.com/office/drawing/2014/main" val="790219643"/>
                    </a:ext>
                  </a:extLst>
                </a:gridCol>
              </a:tblGrid>
              <a:tr h="0">
                <a:tc>
                  <a:txBody>
                    <a:bodyPr/>
                    <a:lstStyle/>
                    <a:p>
                      <a:pPr>
                        <a:buNone/>
                      </a:pPr>
                      <a:r>
                        <a:rPr lang="en-IN"/>
                        <a:t>Sr. No.</a:t>
                      </a:r>
                    </a:p>
                  </a:txBody>
                  <a:tcPr anchor="ctr">
                    <a:lnL>
                      <a:noFill/>
                    </a:lnL>
                    <a:lnR>
                      <a:noFill/>
                    </a:lnR>
                    <a:lnT>
                      <a:noFill/>
                    </a:lnT>
                    <a:lnB>
                      <a:noFill/>
                    </a:lnB>
                    <a:noFill/>
                  </a:tcPr>
                </a:tc>
                <a:tc>
                  <a:txBody>
                    <a:bodyPr/>
                    <a:lstStyle/>
                    <a:p>
                      <a:pPr>
                        <a:buNone/>
                      </a:pPr>
                      <a:r>
                        <a:rPr lang="en-IN"/>
                        <a:t>Title</a:t>
                      </a:r>
                    </a:p>
                  </a:txBody>
                  <a:tcPr anchor="ctr">
                    <a:lnL>
                      <a:noFill/>
                    </a:lnL>
                    <a:lnR>
                      <a:noFill/>
                    </a:lnR>
                    <a:lnT>
                      <a:noFill/>
                    </a:lnT>
                    <a:lnB>
                      <a:noFill/>
                    </a:lnB>
                    <a:noFill/>
                  </a:tcPr>
                </a:tc>
                <a:extLst>
                  <a:ext uri="{0D108BD9-81ED-4DB2-BD59-A6C34878D82A}">
                    <a16:rowId xmlns:a16="http://schemas.microsoft.com/office/drawing/2014/main" val="9337840"/>
                  </a:ext>
                </a:extLst>
              </a:tr>
              <a:tr h="0">
                <a:tc>
                  <a:txBody>
                    <a:bodyPr/>
                    <a:lstStyle/>
                    <a:p>
                      <a:pPr>
                        <a:buNone/>
                      </a:pPr>
                      <a:r>
                        <a:rPr lang="en-IN"/>
                        <a:t>1</a:t>
                      </a:r>
                    </a:p>
                  </a:txBody>
                  <a:tcPr anchor="ctr">
                    <a:lnL>
                      <a:noFill/>
                    </a:lnL>
                    <a:lnR>
                      <a:noFill/>
                    </a:lnR>
                    <a:lnT>
                      <a:noFill/>
                    </a:lnT>
                    <a:lnB>
                      <a:noFill/>
                    </a:lnB>
                    <a:noFill/>
                  </a:tcPr>
                </a:tc>
                <a:tc>
                  <a:txBody>
                    <a:bodyPr/>
                    <a:lstStyle/>
                    <a:p>
                      <a:pPr>
                        <a:buNone/>
                      </a:pPr>
                      <a:r>
                        <a:rPr lang="en-IN"/>
                        <a:t>Introduction</a:t>
                      </a:r>
                    </a:p>
                  </a:txBody>
                  <a:tcPr anchor="ctr">
                    <a:lnL>
                      <a:noFill/>
                    </a:lnL>
                    <a:lnR>
                      <a:noFill/>
                    </a:lnR>
                    <a:lnT>
                      <a:noFill/>
                    </a:lnT>
                    <a:lnB>
                      <a:noFill/>
                    </a:lnB>
                    <a:noFill/>
                  </a:tcPr>
                </a:tc>
                <a:extLst>
                  <a:ext uri="{0D108BD9-81ED-4DB2-BD59-A6C34878D82A}">
                    <a16:rowId xmlns:a16="http://schemas.microsoft.com/office/drawing/2014/main" val="3201413775"/>
                  </a:ext>
                </a:extLst>
              </a:tr>
              <a:tr h="0">
                <a:tc>
                  <a:txBody>
                    <a:bodyPr/>
                    <a:lstStyle/>
                    <a:p>
                      <a:pPr>
                        <a:buNone/>
                      </a:pPr>
                      <a:r>
                        <a:rPr lang="en-IN"/>
                        <a:t>2</a:t>
                      </a:r>
                    </a:p>
                  </a:txBody>
                  <a:tcPr anchor="ctr">
                    <a:lnL>
                      <a:noFill/>
                    </a:lnL>
                    <a:lnR>
                      <a:noFill/>
                    </a:lnR>
                    <a:lnT>
                      <a:noFill/>
                    </a:lnT>
                    <a:lnB>
                      <a:noFill/>
                    </a:lnB>
                    <a:noFill/>
                  </a:tcPr>
                </a:tc>
                <a:tc>
                  <a:txBody>
                    <a:bodyPr/>
                    <a:lstStyle/>
                    <a:p>
                      <a:pPr>
                        <a:buNone/>
                      </a:pPr>
                      <a:r>
                        <a:rPr lang="en-IN"/>
                        <a:t>Project Overview</a:t>
                      </a:r>
                    </a:p>
                  </a:txBody>
                  <a:tcPr anchor="ctr">
                    <a:lnL>
                      <a:noFill/>
                    </a:lnL>
                    <a:lnR>
                      <a:noFill/>
                    </a:lnR>
                    <a:lnT>
                      <a:noFill/>
                    </a:lnT>
                    <a:lnB>
                      <a:noFill/>
                    </a:lnB>
                    <a:noFill/>
                  </a:tcPr>
                </a:tc>
                <a:extLst>
                  <a:ext uri="{0D108BD9-81ED-4DB2-BD59-A6C34878D82A}">
                    <a16:rowId xmlns:a16="http://schemas.microsoft.com/office/drawing/2014/main" val="724137151"/>
                  </a:ext>
                </a:extLst>
              </a:tr>
              <a:tr h="0">
                <a:tc>
                  <a:txBody>
                    <a:bodyPr/>
                    <a:lstStyle/>
                    <a:p>
                      <a:pPr>
                        <a:buNone/>
                      </a:pPr>
                      <a:r>
                        <a:rPr lang="en-IN"/>
                        <a:t>3</a:t>
                      </a:r>
                    </a:p>
                  </a:txBody>
                  <a:tcPr anchor="ctr">
                    <a:lnL>
                      <a:noFill/>
                    </a:lnL>
                    <a:lnR>
                      <a:noFill/>
                    </a:lnR>
                    <a:lnT>
                      <a:noFill/>
                    </a:lnT>
                    <a:lnB>
                      <a:noFill/>
                    </a:lnB>
                    <a:noFill/>
                  </a:tcPr>
                </a:tc>
                <a:tc>
                  <a:txBody>
                    <a:bodyPr/>
                    <a:lstStyle/>
                    <a:p>
                      <a:pPr>
                        <a:buNone/>
                      </a:pPr>
                      <a:r>
                        <a:rPr lang="en-IN"/>
                        <a:t>Objectives of the Project</a:t>
                      </a:r>
                    </a:p>
                  </a:txBody>
                  <a:tcPr anchor="ctr">
                    <a:lnL>
                      <a:noFill/>
                    </a:lnL>
                    <a:lnR>
                      <a:noFill/>
                    </a:lnR>
                    <a:lnT>
                      <a:noFill/>
                    </a:lnT>
                    <a:lnB>
                      <a:noFill/>
                    </a:lnB>
                    <a:noFill/>
                  </a:tcPr>
                </a:tc>
                <a:extLst>
                  <a:ext uri="{0D108BD9-81ED-4DB2-BD59-A6C34878D82A}">
                    <a16:rowId xmlns:a16="http://schemas.microsoft.com/office/drawing/2014/main" val="3184161440"/>
                  </a:ext>
                </a:extLst>
              </a:tr>
              <a:tr h="0">
                <a:tc>
                  <a:txBody>
                    <a:bodyPr/>
                    <a:lstStyle/>
                    <a:p>
                      <a:pPr>
                        <a:buNone/>
                      </a:pPr>
                      <a:r>
                        <a:rPr lang="en-IN"/>
                        <a:t>4</a:t>
                      </a:r>
                    </a:p>
                  </a:txBody>
                  <a:tcPr anchor="ctr">
                    <a:lnL>
                      <a:noFill/>
                    </a:lnL>
                    <a:lnR>
                      <a:noFill/>
                    </a:lnR>
                    <a:lnT>
                      <a:noFill/>
                    </a:lnT>
                    <a:lnB>
                      <a:noFill/>
                    </a:lnB>
                    <a:noFill/>
                  </a:tcPr>
                </a:tc>
                <a:tc>
                  <a:txBody>
                    <a:bodyPr/>
                    <a:lstStyle/>
                    <a:p>
                      <a:pPr>
                        <a:buNone/>
                      </a:pPr>
                      <a:r>
                        <a:rPr lang="en-IN"/>
                        <a:t>Practical Motivation</a:t>
                      </a:r>
                    </a:p>
                  </a:txBody>
                  <a:tcPr anchor="ctr">
                    <a:lnL>
                      <a:noFill/>
                    </a:lnL>
                    <a:lnR>
                      <a:noFill/>
                    </a:lnR>
                    <a:lnT>
                      <a:noFill/>
                    </a:lnT>
                    <a:lnB>
                      <a:noFill/>
                    </a:lnB>
                    <a:noFill/>
                  </a:tcPr>
                </a:tc>
                <a:extLst>
                  <a:ext uri="{0D108BD9-81ED-4DB2-BD59-A6C34878D82A}">
                    <a16:rowId xmlns:a16="http://schemas.microsoft.com/office/drawing/2014/main" val="2236000630"/>
                  </a:ext>
                </a:extLst>
              </a:tr>
              <a:tr h="0">
                <a:tc>
                  <a:txBody>
                    <a:bodyPr/>
                    <a:lstStyle/>
                    <a:p>
                      <a:pPr>
                        <a:buNone/>
                      </a:pPr>
                      <a:r>
                        <a:rPr lang="en-IN"/>
                        <a:t>5</a:t>
                      </a:r>
                    </a:p>
                  </a:txBody>
                  <a:tcPr anchor="ctr">
                    <a:lnL>
                      <a:noFill/>
                    </a:lnL>
                    <a:lnR>
                      <a:noFill/>
                    </a:lnR>
                    <a:lnT>
                      <a:noFill/>
                    </a:lnT>
                    <a:lnB>
                      <a:noFill/>
                    </a:lnB>
                    <a:noFill/>
                  </a:tcPr>
                </a:tc>
                <a:tc>
                  <a:txBody>
                    <a:bodyPr/>
                    <a:lstStyle/>
                    <a:p>
                      <a:pPr>
                        <a:buNone/>
                      </a:pPr>
                      <a:r>
                        <a:rPr lang="en-IN"/>
                        <a:t>Scope of the Project</a:t>
                      </a:r>
                    </a:p>
                  </a:txBody>
                  <a:tcPr anchor="ctr">
                    <a:lnL>
                      <a:noFill/>
                    </a:lnL>
                    <a:lnR>
                      <a:noFill/>
                    </a:lnR>
                    <a:lnT>
                      <a:noFill/>
                    </a:lnT>
                    <a:lnB>
                      <a:noFill/>
                    </a:lnB>
                    <a:noFill/>
                  </a:tcPr>
                </a:tc>
                <a:extLst>
                  <a:ext uri="{0D108BD9-81ED-4DB2-BD59-A6C34878D82A}">
                    <a16:rowId xmlns:a16="http://schemas.microsoft.com/office/drawing/2014/main" val="1694390236"/>
                  </a:ext>
                </a:extLst>
              </a:tr>
              <a:tr h="0">
                <a:tc>
                  <a:txBody>
                    <a:bodyPr/>
                    <a:lstStyle/>
                    <a:p>
                      <a:pPr>
                        <a:buNone/>
                      </a:pPr>
                      <a:r>
                        <a:rPr lang="en-IN" dirty="0"/>
                        <a:t>6</a:t>
                      </a:r>
                    </a:p>
                  </a:txBody>
                  <a:tcPr anchor="ctr">
                    <a:lnL>
                      <a:noFill/>
                    </a:lnL>
                    <a:lnR>
                      <a:noFill/>
                    </a:lnR>
                    <a:lnT>
                      <a:noFill/>
                    </a:lnT>
                    <a:lnB>
                      <a:noFill/>
                    </a:lnB>
                    <a:noFill/>
                  </a:tcPr>
                </a:tc>
                <a:tc>
                  <a:txBody>
                    <a:bodyPr/>
                    <a:lstStyle/>
                    <a:p>
                      <a:pPr>
                        <a:buNone/>
                      </a:pPr>
                      <a:r>
                        <a:rPr lang="en-IN"/>
                        <a:t>System Requirements</a:t>
                      </a:r>
                    </a:p>
                  </a:txBody>
                  <a:tcPr anchor="ctr">
                    <a:lnL>
                      <a:noFill/>
                    </a:lnL>
                    <a:lnR>
                      <a:noFill/>
                    </a:lnR>
                    <a:lnT>
                      <a:noFill/>
                    </a:lnT>
                    <a:lnB>
                      <a:noFill/>
                    </a:lnB>
                    <a:noFill/>
                  </a:tcPr>
                </a:tc>
                <a:extLst>
                  <a:ext uri="{0D108BD9-81ED-4DB2-BD59-A6C34878D82A}">
                    <a16:rowId xmlns:a16="http://schemas.microsoft.com/office/drawing/2014/main" val="4183342721"/>
                  </a:ext>
                </a:extLst>
              </a:tr>
              <a:tr h="0">
                <a:tc>
                  <a:txBody>
                    <a:bodyPr/>
                    <a:lstStyle/>
                    <a:p>
                      <a:pPr>
                        <a:buNone/>
                      </a:pPr>
                      <a:r>
                        <a:rPr lang="en-IN"/>
                        <a:t>7</a:t>
                      </a:r>
                    </a:p>
                  </a:txBody>
                  <a:tcPr anchor="ctr">
                    <a:lnL>
                      <a:noFill/>
                    </a:lnL>
                    <a:lnR>
                      <a:noFill/>
                    </a:lnR>
                    <a:lnT>
                      <a:noFill/>
                    </a:lnT>
                    <a:lnB>
                      <a:noFill/>
                    </a:lnB>
                    <a:noFill/>
                  </a:tcPr>
                </a:tc>
                <a:tc>
                  <a:txBody>
                    <a:bodyPr/>
                    <a:lstStyle/>
                    <a:p>
                      <a:pPr>
                        <a:buNone/>
                      </a:pPr>
                      <a:r>
                        <a:rPr lang="en-IN"/>
                        <a:t>Technology Used</a:t>
                      </a:r>
                    </a:p>
                  </a:txBody>
                  <a:tcPr anchor="ctr">
                    <a:lnL>
                      <a:noFill/>
                    </a:lnL>
                    <a:lnR>
                      <a:noFill/>
                    </a:lnR>
                    <a:lnT>
                      <a:noFill/>
                    </a:lnT>
                    <a:lnB>
                      <a:noFill/>
                    </a:lnB>
                    <a:noFill/>
                  </a:tcPr>
                </a:tc>
                <a:extLst>
                  <a:ext uri="{0D108BD9-81ED-4DB2-BD59-A6C34878D82A}">
                    <a16:rowId xmlns:a16="http://schemas.microsoft.com/office/drawing/2014/main" val="1418184650"/>
                  </a:ext>
                </a:extLst>
              </a:tr>
              <a:tr h="0">
                <a:tc>
                  <a:txBody>
                    <a:bodyPr/>
                    <a:lstStyle/>
                    <a:p>
                      <a:pPr>
                        <a:buNone/>
                      </a:pPr>
                      <a:r>
                        <a:rPr lang="en-IN"/>
                        <a:t>8</a:t>
                      </a:r>
                    </a:p>
                  </a:txBody>
                  <a:tcPr anchor="ctr">
                    <a:lnL>
                      <a:noFill/>
                    </a:lnL>
                    <a:lnR>
                      <a:noFill/>
                    </a:lnR>
                    <a:lnT>
                      <a:noFill/>
                    </a:lnT>
                    <a:lnB>
                      <a:noFill/>
                    </a:lnB>
                    <a:noFill/>
                  </a:tcPr>
                </a:tc>
                <a:tc>
                  <a:txBody>
                    <a:bodyPr/>
                    <a:lstStyle/>
                    <a:p>
                      <a:pPr>
                        <a:buNone/>
                      </a:pPr>
                      <a:r>
                        <a:rPr lang="en-IN"/>
                        <a:t>Module Description</a:t>
                      </a:r>
                    </a:p>
                  </a:txBody>
                  <a:tcPr anchor="ctr">
                    <a:lnL>
                      <a:noFill/>
                    </a:lnL>
                    <a:lnR>
                      <a:noFill/>
                    </a:lnR>
                    <a:lnT>
                      <a:noFill/>
                    </a:lnT>
                    <a:lnB>
                      <a:noFill/>
                    </a:lnB>
                    <a:noFill/>
                  </a:tcPr>
                </a:tc>
                <a:extLst>
                  <a:ext uri="{0D108BD9-81ED-4DB2-BD59-A6C34878D82A}">
                    <a16:rowId xmlns:a16="http://schemas.microsoft.com/office/drawing/2014/main" val="3027545763"/>
                  </a:ext>
                </a:extLst>
              </a:tr>
              <a:tr h="0">
                <a:tc>
                  <a:txBody>
                    <a:bodyPr/>
                    <a:lstStyle/>
                    <a:p>
                      <a:pPr>
                        <a:buNone/>
                      </a:pPr>
                      <a:r>
                        <a:rPr lang="en-IN"/>
                        <a:t>9</a:t>
                      </a:r>
                    </a:p>
                  </a:txBody>
                  <a:tcPr anchor="ctr">
                    <a:lnL>
                      <a:noFill/>
                    </a:lnL>
                    <a:lnR>
                      <a:noFill/>
                    </a:lnR>
                    <a:lnT>
                      <a:noFill/>
                    </a:lnT>
                    <a:lnB>
                      <a:noFill/>
                    </a:lnB>
                    <a:noFill/>
                  </a:tcPr>
                </a:tc>
                <a:tc>
                  <a:txBody>
                    <a:bodyPr/>
                    <a:lstStyle/>
                    <a:p>
                      <a:pPr>
                        <a:buNone/>
                      </a:pPr>
                      <a:r>
                        <a:rPr lang="en-IN"/>
                        <a:t>Working of the System</a:t>
                      </a:r>
                    </a:p>
                  </a:txBody>
                  <a:tcPr anchor="ctr">
                    <a:lnL>
                      <a:noFill/>
                    </a:lnL>
                    <a:lnR>
                      <a:noFill/>
                    </a:lnR>
                    <a:lnT>
                      <a:noFill/>
                    </a:lnT>
                    <a:lnB>
                      <a:noFill/>
                    </a:lnB>
                    <a:noFill/>
                  </a:tcPr>
                </a:tc>
                <a:extLst>
                  <a:ext uri="{0D108BD9-81ED-4DB2-BD59-A6C34878D82A}">
                    <a16:rowId xmlns:a16="http://schemas.microsoft.com/office/drawing/2014/main" val="4050175206"/>
                  </a:ext>
                </a:extLst>
              </a:tr>
              <a:tr h="0">
                <a:tc>
                  <a:txBody>
                    <a:bodyPr/>
                    <a:lstStyle/>
                    <a:p>
                      <a:pPr>
                        <a:buNone/>
                      </a:pPr>
                      <a:r>
                        <a:rPr lang="en-IN"/>
                        <a:t>10</a:t>
                      </a:r>
                    </a:p>
                  </a:txBody>
                  <a:tcPr anchor="ctr">
                    <a:lnL>
                      <a:noFill/>
                    </a:lnL>
                    <a:lnR>
                      <a:noFill/>
                    </a:lnR>
                    <a:lnT>
                      <a:noFill/>
                    </a:lnT>
                    <a:lnB>
                      <a:noFill/>
                    </a:lnB>
                    <a:noFill/>
                  </a:tcPr>
                </a:tc>
                <a:tc>
                  <a:txBody>
                    <a:bodyPr/>
                    <a:lstStyle/>
                    <a:p>
                      <a:pPr>
                        <a:buNone/>
                      </a:pPr>
                      <a:r>
                        <a:rPr lang="en-IN"/>
                        <a:t>Program Code Overview</a:t>
                      </a:r>
                    </a:p>
                  </a:txBody>
                  <a:tcPr anchor="ctr">
                    <a:lnL>
                      <a:noFill/>
                    </a:lnL>
                    <a:lnR>
                      <a:noFill/>
                    </a:lnR>
                    <a:lnT>
                      <a:noFill/>
                    </a:lnT>
                    <a:lnB>
                      <a:noFill/>
                    </a:lnB>
                    <a:noFill/>
                  </a:tcPr>
                </a:tc>
                <a:extLst>
                  <a:ext uri="{0D108BD9-81ED-4DB2-BD59-A6C34878D82A}">
                    <a16:rowId xmlns:a16="http://schemas.microsoft.com/office/drawing/2014/main" val="459765421"/>
                  </a:ext>
                </a:extLst>
              </a:tr>
              <a:tr h="0">
                <a:tc>
                  <a:txBody>
                    <a:bodyPr/>
                    <a:lstStyle/>
                    <a:p>
                      <a:pPr>
                        <a:buNone/>
                      </a:pPr>
                      <a:r>
                        <a:rPr lang="en-IN"/>
                        <a:t>11</a:t>
                      </a:r>
                    </a:p>
                  </a:txBody>
                  <a:tcPr anchor="ctr">
                    <a:lnL>
                      <a:noFill/>
                    </a:lnL>
                    <a:lnR>
                      <a:noFill/>
                    </a:lnR>
                    <a:lnT>
                      <a:noFill/>
                    </a:lnT>
                    <a:lnB>
                      <a:noFill/>
                    </a:lnB>
                    <a:noFill/>
                  </a:tcPr>
                </a:tc>
                <a:tc>
                  <a:txBody>
                    <a:bodyPr/>
                    <a:lstStyle/>
                    <a:p>
                      <a:pPr>
                        <a:buNone/>
                      </a:pPr>
                      <a:r>
                        <a:rPr lang="en-IN" dirty="0"/>
                        <a:t>Sample Output</a:t>
                      </a:r>
                    </a:p>
                  </a:txBody>
                  <a:tcPr anchor="ctr">
                    <a:lnL>
                      <a:noFill/>
                    </a:lnL>
                    <a:lnR>
                      <a:noFill/>
                    </a:lnR>
                    <a:lnT>
                      <a:noFill/>
                    </a:lnT>
                    <a:lnB>
                      <a:noFill/>
                    </a:lnB>
                    <a:noFill/>
                  </a:tcPr>
                </a:tc>
                <a:extLst>
                  <a:ext uri="{0D108BD9-81ED-4DB2-BD59-A6C34878D82A}">
                    <a16:rowId xmlns:a16="http://schemas.microsoft.com/office/drawing/2014/main" val="1588733676"/>
                  </a:ext>
                </a:extLst>
              </a:tr>
            </a:tbl>
          </a:graphicData>
        </a:graphic>
      </p:graphicFrame>
    </p:spTree>
    <p:extLst>
      <p:ext uri="{BB962C8B-B14F-4D97-AF65-F5344CB8AC3E}">
        <p14:creationId xmlns:p14="http://schemas.microsoft.com/office/powerpoint/2010/main" val="1918381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28936-EC02-4930-1331-644F67C4E7D9}"/>
              </a:ext>
            </a:extLst>
          </p:cNvPr>
          <p:cNvSpPr>
            <a:spLocks noGrp="1"/>
          </p:cNvSpPr>
          <p:nvPr>
            <p:ph type="title"/>
          </p:nvPr>
        </p:nvSpPr>
        <p:spPr>
          <a:xfrm>
            <a:off x="838200" y="1"/>
            <a:ext cx="10515600" cy="931332"/>
          </a:xfrm>
        </p:spPr>
        <p:txBody>
          <a:bodyPr/>
          <a:lstStyle/>
          <a:p>
            <a:r>
              <a:rPr lang="en-US" dirty="0"/>
              <a:t>                             </a:t>
            </a:r>
            <a:r>
              <a:rPr lang="en-US" sz="4000" b="1" dirty="0"/>
              <a:t>1.Introduction</a:t>
            </a:r>
            <a:endParaRPr lang="en-IN" sz="4000" b="1" dirty="0"/>
          </a:p>
        </p:txBody>
      </p:sp>
      <p:sp>
        <p:nvSpPr>
          <p:cNvPr id="3" name="Content Placeholder 2">
            <a:extLst>
              <a:ext uri="{FF2B5EF4-FFF2-40B4-BE49-F238E27FC236}">
                <a16:creationId xmlns:a16="http://schemas.microsoft.com/office/drawing/2014/main" id="{D5F64A23-650D-E464-1AA0-5A715C360D03}"/>
              </a:ext>
            </a:extLst>
          </p:cNvPr>
          <p:cNvSpPr>
            <a:spLocks noGrp="1"/>
          </p:cNvSpPr>
          <p:nvPr>
            <p:ph idx="1"/>
          </p:nvPr>
        </p:nvSpPr>
        <p:spPr>
          <a:xfrm>
            <a:off x="373380" y="779780"/>
            <a:ext cx="10515600" cy="5875867"/>
          </a:xfrm>
        </p:spPr>
        <p:txBody>
          <a:bodyPr>
            <a:normAutofit fontScale="25000" lnSpcReduction="20000"/>
          </a:bodyPr>
          <a:lstStyle/>
          <a:p>
            <a:r>
              <a:rPr lang="en-US" sz="8000" dirty="0"/>
              <a:t>In the modern digital era, computer networks and information systems play a vital role in daily operations of organizations, educational institutions, businesses, and individuals. With the rapid growth of internet usage and network-connected devices, the risk of cyber threats such as unauthorized access, malware attacks, data breaches, and file tampering has significantly increased.</a:t>
            </a:r>
          </a:p>
          <a:p>
            <a:r>
              <a:rPr lang="en-US" sz="8000" dirty="0"/>
              <a:t>Cybersecurity is the practice of protecting systems, networks, and data from digital attacks. Organizations use various security mechanisms such as firewalls, intrusion detection systems (IDS), antivirus software, and monitoring tools to safeguard their infrastructure. However, many advanced security tools are expensive and require specialized operating systems like Kali Linux.</a:t>
            </a:r>
          </a:p>
          <a:p>
            <a:r>
              <a:rPr lang="en-US" sz="8000" dirty="0" err="1"/>
              <a:t>SentinelShield</a:t>
            </a:r>
            <a:r>
              <a:rPr lang="en-US" sz="8000" dirty="0"/>
              <a:t> is a basic cybersecurity monitoring system developed using Python to demonstrate fundamental security concepts such as:</a:t>
            </a:r>
          </a:p>
          <a:p>
            <a:r>
              <a:rPr lang="en-US" sz="8000" dirty="0"/>
              <a:t>Network scanning</a:t>
            </a:r>
          </a:p>
          <a:p>
            <a:r>
              <a:rPr lang="en-US" sz="8000" dirty="0"/>
              <a:t>Intrusion detection</a:t>
            </a:r>
          </a:p>
          <a:p>
            <a:r>
              <a:rPr lang="en-US" sz="8000" dirty="0"/>
              <a:t>File integrity monitoring</a:t>
            </a:r>
          </a:p>
          <a:p>
            <a:r>
              <a:rPr lang="en-US" sz="8000" dirty="0"/>
              <a:t>Log generation and analysis</a:t>
            </a:r>
          </a:p>
          <a:p>
            <a:r>
              <a:rPr lang="en-US" sz="8000" dirty="0"/>
              <a:t>The main objective of this project is to design and implement a simple, lightweight, and cost-effective monitoring system that can run on a Windows operating system using Command Prompt (CMD). Unlike many cybersecurity tools that require Linux-based environments, this project proves that basic security monitoring can also be implemented effectively in a Windows environment.</a:t>
            </a:r>
          </a:p>
          <a:p>
            <a:r>
              <a:rPr lang="en-US" sz="8000" dirty="0"/>
              <a:t>The system continuously monitors the local network to detect active devices and identifies unauthorized systems connected to the network. I</a:t>
            </a:r>
            <a:endParaRPr lang="en-US" dirty="0"/>
          </a:p>
          <a:p>
            <a:endParaRPr lang="en-IN" dirty="0"/>
          </a:p>
        </p:txBody>
      </p:sp>
    </p:spTree>
    <p:extLst>
      <p:ext uri="{BB962C8B-B14F-4D97-AF65-F5344CB8AC3E}">
        <p14:creationId xmlns:p14="http://schemas.microsoft.com/office/powerpoint/2010/main" val="919992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3187B-6CAA-1D6D-F72F-2815C96BCDF8}"/>
              </a:ext>
            </a:extLst>
          </p:cNvPr>
          <p:cNvSpPr>
            <a:spLocks noGrp="1"/>
          </p:cNvSpPr>
          <p:nvPr>
            <p:ph type="title"/>
          </p:nvPr>
        </p:nvSpPr>
        <p:spPr>
          <a:xfrm>
            <a:off x="838200" y="1"/>
            <a:ext cx="10515600" cy="812799"/>
          </a:xfrm>
        </p:spPr>
        <p:txBody>
          <a:bodyPr/>
          <a:lstStyle/>
          <a:p>
            <a:r>
              <a:rPr lang="en-US" b="1" dirty="0"/>
              <a:t>                          2.Project Overview</a:t>
            </a:r>
            <a:endParaRPr lang="en-IN" b="1" dirty="0"/>
          </a:p>
        </p:txBody>
      </p:sp>
      <p:sp>
        <p:nvSpPr>
          <p:cNvPr id="3" name="Content Placeholder 2">
            <a:extLst>
              <a:ext uri="{FF2B5EF4-FFF2-40B4-BE49-F238E27FC236}">
                <a16:creationId xmlns:a16="http://schemas.microsoft.com/office/drawing/2014/main" id="{545735E7-4F32-C4D7-F068-948B2FF5348E}"/>
              </a:ext>
            </a:extLst>
          </p:cNvPr>
          <p:cNvSpPr>
            <a:spLocks noGrp="1"/>
          </p:cNvSpPr>
          <p:nvPr>
            <p:ph idx="1"/>
          </p:nvPr>
        </p:nvSpPr>
        <p:spPr>
          <a:xfrm>
            <a:off x="838200" y="674158"/>
            <a:ext cx="10515600" cy="5963707"/>
          </a:xfrm>
        </p:spPr>
        <p:txBody>
          <a:bodyPr/>
          <a:lstStyle/>
          <a:p>
            <a:endParaRPr lang="en-US" dirty="0"/>
          </a:p>
          <a:p>
            <a:r>
              <a:rPr lang="en-US" sz="2000" dirty="0" err="1"/>
              <a:t>SentinelShield</a:t>
            </a:r>
            <a:r>
              <a:rPr lang="en-US" sz="2000" dirty="0"/>
              <a:t> is a security monitoring system that:</a:t>
            </a:r>
          </a:p>
          <a:p>
            <a:r>
              <a:rPr lang="en-US" sz="2000" dirty="0"/>
              <a:t>Scans devices connected to a network</a:t>
            </a:r>
          </a:p>
          <a:p>
            <a:r>
              <a:rPr lang="en-US" sz="2000" dirty="0"/>
              <a:t>Monitors system activities</a:t>
            </a:r>
          </a:p>
          <a:p>
            <a:r>
              <a:rPr lang="en-US" sz="2000" dirty="0"/>
              <a:t>Detects suspicious IP addresses</a:t>
            </a:r>
          </a:p>
          <a:p>
            <a:r>
              <a:rPr lang="en-US" sz="2000" dirty="0"/>
              <a:t>Logs detected activities</a:t>
            </a:r>
          </a:p>
          <a:p>
            <a:r>
              <a:rPr lang="en-US" sz="2000" dirty="0"/>
              <a:t>Alerts users about possible threats</a:t>
            </a:r>
          </a:p>
          <a:p>
            <a:r>
              <a:rPr lang="en-US" sz="2000" dirty="0"/>
              <a:t>The project is implemented using Python and executed through Windows CMD</a:t>
            </a:r>
          </a:p>
          <a:p>
            <a:endParaRPr lang="en-IN" dirty="0"/>
          </a:p>
        </p:txBody>
      </p:sp>
    </p:spTree>
    <p:extLst>
      <p:ext uri="{BB962C8B-B14F-4D97-AF65-F5344CB8AC3E}">
        <p14:creationId xmlns:p14="http://schemas.microsoft.com/office/powerpoint/2010/main" val="138604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A4F9-739B-5C78-C64F-4D4373A5E3BD}"/>
              </a:ext>
            </a:extLst>
          </p:cNvPr>
          <p:cNvSpPr>
            <a:spLocks noGrp="1"/>
          </p:cNvSpPr>
          <p:nvPr>
            <p:ph type="title"/>
          </p:nvPr>
        </p:nvSpPr>
        <p:spPr>
          <a:xfrm>
            <a:off x="838200" y="365125"/>
            <a:ext cx="10515600" cy="930275"/>
          </a:xfrm>
        </p:spPr>
        <p:txBody>
          <a:bodyPr>
            <a:normAutofit fontScale="90000"/>
          </a:bodyPr>
          <a:lstStyle/>
          <a:p>
            <a:r>
              <a:rPr lang="en-US" b="1" dirty="0"/>
              <a:t>                        3.Objectives of the Project</a:t>
            </a:r>
            <a:endParaRPr lang="en-IN" b="1" dirty="0"/>
          </a:p>
        </p:txBody>
      </p:sp>
      <p:sp>
        <p:nvSpPr>
          <p:cNvPr id="3" name="Content Placeholder 2">
            <a:extLst>
              <a:ext uri="{FF2B5EF4-FFF2-40B4-BE49-F238E27FC236}">
                <a16:creationId xmlns:a16="http://schemas.microsoft.com/office/drawing/2014/main" id="{2CF20647-75AE-AA03-AA0C-9520DF73A7E1}"/>
              </a:ext>
            </a:extLst>
          </p:cNvPr>
          <p:cNvSpPr>
            <a:spLocks noGrp="1"/>
          </p:cNvSpPr>
          <p:nvPr>
            <p:ph idx="1"/>
          </p:nvPr>
        </p:nvSpPr>
        <p:spPr>
          <a:xfrm>
            <a:off x="448733" y="1295400"/>
            <a:ext cx="10905067" cy="5342467"/>
          </a:xfrm>
        </p:spPr>
        <p:txBody>
          <a:bodyPr/>
          <a:lstStyle/>
          <a:p>
            <a:r>
              <a:rPr lang="en-US" sz="2000" b="1" dirty="0"/>
              <a:t>Primary Objectives:</a:t>
            </a:r>
          </a:p>
          <a:p>
            <a:r>
              <a:rPr lang="en-US" sz="2000" dirty="0"/>
              <a:t>To develop a simple intrusion detection system</a:t>
            </a:r>
          </a:p>
          <a:p>
            <a:r>
              <a:rPr lang="en-US" sz="2000" dirty="0"/>
              <a:t>To implement network scanning using Python</a:t>
            </a:r>
          </a:p>
          <a:p>
            <a:r>
              <a:rPr lang="en-US" sz="2000" dirty="0"/>
              <a:t>To monitor file changes in real time</a:t>
            </a:r>
          </a:p>
          <a:p>
            <a:r>
              <a:rPr lang="en-US" sz="2000" dirty="0"/>
              <a:t>To generate logs for tracking suspicious activities</a:t>
            </a:r>
          </a:p>
          <a:p>
            <a:r>
              <a:rPr lang="en-US" sz="2000" dirty="0"/>
              <a:t>To understand cybersecurity fundamentals</a:t>
            </a:r>
          </a:p>
          <a:p>
            <a:r>
              <a:rPr lang="en-US" sz="2000" b="1" dirty="0"/>
              <a:t>Secondary Objectives:</a:t>
            </a:r>
          </a:p>
          <a:p>
            <a:r>
              <a:rPr lang="en-US" sz="2000" dirty="0"/>
              <a:t>To work with Windows CMD environment</a:t>
            </a:r>
          </a:p>
          <a:p>
            <a:r>
              <a:rPr lang="en-US" sz="2000" dirty="0"/>
              <a:t>To use Python libraries for security applications</a:t>
            </a:r>
          </a:p>
          <a:p>
            <a:r>
              <a:rPr lang="en-US" sz="2000" dirty="0"/>
              <a:t>To gain hands-on experience in cybersecurity tools development</a:t>
            </a:r>
          </a:p>
          <a:p>
            <a:endParaRPr lang="en-IN" dirty="0"/>
          </a:p>
        </p:txBody>
      </p:sp>
    </p:spTree>
    <p:extLst>
      <p:ext uri="{BB962C8B-B14F-4D97-AF65-F5344CB8AC3E}">
        <p14:creationId xmlns:p14="http://schemas.microsoft.com/office/powerpoint/2010/main" val="2993314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7242-1263-A9B7-0F99-C48E0C045598}"/>
              </a:ext>
            </a:extLst>
          </p:cNvPr>
          <p:cNvSpPr>
            <a:spLocks noGrp="1"/>
          </p:cNvSpPr>
          <p:nvPr>
            <p:ph type="title"/>
          </p:nvPr>
        </p:nvSpPr>
        <p:spPr>
          <a:xfrm>
            <a:off x="838200" y="228600"/>
            <a:ext cx="10515600" cy="872067"/>
          </a:xfrm>
        </p:spPr>
        <p:txBody>
          <a:bodyPr/>
          <a:lstStyle/>
          <a:p>
            <a:r>
              <a:rPr lang="en-US" dirty="0"/>
              <a:t>                       4.Pratical Motivation</a:t>
            </a:r>
            <a:endParaRPr lang="en-IN" dirty="0"/>
          </a:p>
        </p:txBody>
      </p:sp>
      <p:sp>
        <p:nvSpPr>
          <p:cNvPr id="3" name="Content Placeholder 2">
            <a:extLst>
              <a:ext uri="{FF2B5EF4-FFF2-40B4-BE49-F238E27FC236}">
                <a16:creationId xmlns:a16="http://schemas.microsoft.com/office/drawing/2014/main" id="{2E89F112-30F4-7B6B-6FF1-2C3668B461AA}"/>
              </a:ext>
            </a:extLst>
          </p:cNvPr>
          <p:cNvSpPr>
            <a:spLocks noGrp="1"/>
          </p:cNvSpPr>
          <p:nvPr>
            <p:ph idx="1"/>
          </p:nvPr>
        </p:nvSpPr>
        <p:spPr>
          <a:xfrm>
            <a:off x="338667" y="1024466"/>
            <a:ext cx="11015133" cy="5731933"/>
          </a:xfrm>
        </p:spPr>
        <p:txBody>
          <a:bodyPr/>
          <a:lstStyle/>
          <a:p>
            <a:r>
              <a:rPr lang="en-US" sz="2000" dirty="0"/>
              <a:t>The motivation behind developing </a:t>
            </a:r>
            <a:r>
              <a:rPr lang="en-US" sz="2000" dirty="0" err="1"/>
              <a:t>SentinelShield</a:t>
            </a:r>
            <a:r>
              <a:rPr lang="en-US" sz="2000" dirty="0"/>
              <a:t> includes:</a:t>
            </a:r>
          </a:p>
          <a:p>
            <a:r>
              <a:rPr lang="en-US" sz="2000" dirty="0"/>
              <a:t>Increasing cybercrime cases worldwide</a:t>
            </a:r>
          </a:p>
          <a:p>
            <a:r>
              <a:rPr lang="en-US" sz="2000" dirty="0"/>
              <a:t>Need for basic security tools in small organizations</a:t>
            </a:r>
          </a:p>
          <a:p>
            <a:r>
              <a:rPr lang="en-US" sz="2000" dirty="0"/>
              <a:t>High cost of commercial security software</a:t>
            </a:r>
          </a:p>
          <a:p>
            <a:r>
              <a:rPr lang="en-US" sz="2000" dirty="0"/>
              <a:t>Educational need for practical cybersecurity implementation</a:t>
            </a:r>
          </a:p>
          <a:p>
            <a:r>
              <a:rPr lang="en-US" sz="2000" dirty="0"/>
              <a:t>Understanding how intrusion detection systems work</a:t>
            </a:r>
          </a:p>
          <a:p>
            <a:r>
              <a:rPr lang="en-US" sz="2000" dirty="0"/>
              <a:t>This project helps students understand the practical working of monitoring systems without needing advanced penetration testing tools.</a:t>
            </a:r>
          </a:p>
          <a:p>
            <a:endParaRPr lang="en-IN" dirty="0"/>
          </a:p>
        </p:txBody>
      </p:sp>
    </p:spTree>
    <p:extLst>
      <p:ext uri="{BB962C8B-B14F-4D97-AF65-F5344CB8AC3E}">
        <p14:creationId xmlns:p14="http://schemas.microsoft.com/office/powerpoint/2010/main" val="3061521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2220-7921-2ED8-E702-8DA79BBA9940}"/>
              </a:ext>
            </a:extLst>
          </p:cNvPr>
          <p:cNvSpPr>
            <a:spLocks noGrp="1"/>
          </p:cNvSpPr>
          <p:nvPr>
            <p:ph type="title"/>
          </p:nvPr>
        </p:nvSpPr>
        <p:spPr>
          <a:xfrm>
            <a:off x="838200" y="67734"/>
            <a:ext cx="10515600" cy="931334"/>
          </a:xfrm>
        </p:spPr>
        <p:txBody>
          <a:bodyPr/>
          <a:lstStyle/>
          <a:p>
            <a:r>
              <a:rPr lang="en-US" dirty="0"/>
              <a:t>                     </a:t>
            </a:r>
            <a:r>
              <a:rPr lang="en-US" b="1" dirty="0"/>
              <a:t>5.Scope of the Project</a:t>
            </a:r>
            <a:endParaRPr lang="en-IN" b="1" dirty="0"/>
          </a:p>
        </p:txBody>
      </p:sp>
      <p:sp>
        <p:nvSpPr>
          <p:cNvPr id="3" name="Content Placeholder 2">
            <a:extLst>
              <a:ext uri="{FF2B5EF4-FFF2-40B4-BE49-F238E27FC236}">
                <a16:creationId xmlns:a16="http://schemas.microsoft.com/office/drawing/2014/main" id="{51FA852B-E7B6-7DD9-DEAD-A45375406131}"/>
              </a:ext>
            </a:extLst>
          </p:cNvPr>
          <p:cNvSpPr>
            <a:spLocks noGrp="1"/>
          </p:cNvSpPr>
          <p:nvPr>
            <p:ph idx="1"/>
          </p:nvPr>
        </p:nvSpPr>
        <p:spPr>
          <a:xfrm>
            <a:off x="491067" y="999068"/>
            <a:ext cx="10862733" cy="5427132"/>
          </a:xfrm>
        </p:spPr>
        <p:txBody>
          <a:bodyPr>
            <a:normAutofit fontScale="70000" lnSpcReduction="20000"/>
          </a:bodyPr>
          <a:lstStyle/>
          <a:p>
            <a:r>
              <a:rPr lang="en-IN" b="1" dirty="0"/>
              <a:t>Current Scope:</a:t>
            </a:r>
          </a:p>
          <a:p>
            <a:r>
              <a:rPr lang="en-IN" dirty="0"/>
              <a:t>Detect active devices in local network</a:t>
            </a:r>
          </a:p>
          <a:p>
            <a:r>
              <a:rPr lang="en-IN" dirty="0"/>
              <a:t>Monitor file creation, deletion, modification</a:t>
            </a:r>
          </a:p>
          <a:p>
            <a:r>
              <a:rPr lang="en-IN" dirty="0"/>
              <a:t>Log suspicious events</a:t>
            </a:r>
          </a:p>
          <a:p>
            <a:r>
              <a:rPr lang="en-IN" dirty="0"/>
              <a:t>Provide command-line alerts</a:t>
            </a:r>
          </a:p>
          <a:p>
            <a:r>
              <a:rPr lang="en-IN" b="1" dirty="0"/>
              <a:t>Educational Scope:</a:t>
            </a:r>
          </a:p>
          <a:p>
            <a:r>
              <a:rPr lang="en-IN" dirty="0"/>
              <a:t>Useful for academic projects</a:t>
            </a:r>
          </a:p>
          <a:p>
            <a:r>
              <a:rPr lang="en-IN" dirty="0"/>
              <a:t>Helps understand ARP scanning</a:t>
            </a:r>
          </a:p>
          <a:p>
            <a:r>
              <a:rPr lang="en-IN" dirty="0"/>
              <a:t>Demonstrates file system event handling</a:t>
            </a:r>
          </a:p>
          <a:p>
            <a:r>
              <a:rPr lang="en-IN" dirty="0"/>
              <a:t>Introduces logging and hashing techniques</a:t>
            </a:r>
          </a:p>
          <a:p>
            <a:r>
              <a:rPr lang="en-IN" b="1" dirty="0"/>
              <a:t>Future Scope:</a:t>
            </a:r>
          </a:p>
          <a:p>
            <a:r>
              <a:rPr lang="en-IN" dirty="0"/>
              <a:t>Can be converted into full IDS (Intrusion Detection System)</a:t>
            </a:r>
          </a:p>
          <a:p>
            <a:r>
              <a:rPr lang="en-IN" dirty="0"/>
              <a:t>Can be integrated with database</a:t>
            </a:r>
          </a:p>
          <a:p>
            <a:r>
              <a:rPr lang="en-IN" dirty="0"/>
              <a:t>Can support cloud monitoring</a:t>
            </a:r>
          </a:p>
          <a:p>
            <a:r>
              <a:rPr lang="en-IN" dirty="0"/>
              <a:t>Can include automatic blocking mechanism</a:t>
            </a:r>
          </a:p>
          <a:p>
            <a:endParaRPr lang="en-IN" dirty="0"/>
          </a:p>
        </p:txBody>
      </p:sp>
    </p:spTree>
    <p:extLst>
      <p:ext uri="{BB962C8B-B14F-4D97-AF65-F5344CB8AC3E}">
        <p14:creationId xmlns:p14="http://schemas.microsoft.com/office/powerpoint/2010/main" val="3995179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D7FC-3F95-AEA6-5519-3FFF6801D39D}"/>
              </a:ext>
            </a:extLst>
          </p:cNvPr>
          <p:cNvSpPr>
            <a:spLocks noGrp="1"/>
          </p:cNvSpPr>
          <p:nvPr>
            <p:ph type="title"/>
          </p:nvPr>
        </p:nvSpPr>
        <p:spPr>
          <a:xfrm>
            <a:off x="838200" y="1"/>
            <a:ext cx="10515600" cy="956732"/>
          </a:xfrm>
        </p:spPr>
        <p:txBody>
          <a:bodyPr/>
          <a:lstStyle/>
          <a:p>
            <a:r>
              <a:rPr lang="en-US" dirty="0"/>
              <a:t>                  6.</a:t>
            </a:r>
            <a:r>
              <a:rPr lang="en-IN" dirty="0"/>
              <a:t> System Requirements</a:t>
            </a:r>
          </a:p>
        </p:txBody>
      </p:sp>
      <p:sp>
        <p:nvSpPr>
          <p:cNvPr id="3" name="Content Placeholder 2">
            <a:extLst>
              <a:ext uri="{FF2B5EF4-FFF2-40B4-BE49-F238E27FC236}">
                <a16:creationId xmlns:a16="http://schemas.microsoft.com/office/drawing/2014/main" id="{405A04DC-5A71-039A-A7E6-3E286C991847}"/>
              </a:ext>
            </a:extLst>
          </p:cNvPr>
          <p:cNvSpPr>
            <a:spLocks noGrp="1"/>
          </p:cNvSpPr>
          <p:nvPr>
            <p:ph idx="1"/>
          </p:nvPr>
        </p:nvSpPr>
        <p:spPr>
          <a:xfrm>
            <a:off x="482600" y="1058332"/>
            <a:ext cx="10871200" cy="5596467"/>
          </a:xfrm>
        </p:spPr>
        <p:txBody>
          <a:bodyPr>
            <a:normAutofit fontScale="85000" lnSpcReduction="20000"/>
          </a:bodyPr>
          <a:lstStyle/>
          <a:p>
            <a:r>
              <a:rPr lang="en-IN" b="1" dirty="0"/>
              <a:t>Hardware Requirements:</a:t>
            </a:r>
          </a:p>
          <a:p>
            <a:r>
              <a:rPr lang="en-IN" dirty="0"/>
              <a:t>Processor: Intel i3 or higher</a:t>
            </a:r>
          </a:p>
          <a:p>
            <a:r>
              <a:rPr lang="en-IN" dirty="0"/>
              <a:t>RAM: Minimum 4GB</a:t>
            </a:r>
          </a:p>
          <a:p>
            <a:r>
              <a:rPr lang="en-IN" dirty="0"/>
              <a:t>Hard Disk: 20GB free space</a:t>
            </a:r>
          </a:p>
          <a:p>
            <a:r>
              <a:rPr lang="en-IN" b="1" dirty="0"/>
              <a:t>Software Requirements:</a:t>
            </a:r>
          </a:p>
          <a:p>
            <a:r>
              <a:rPr lang="en-IN" dirty="0"/>
              <a:t>Windows 10/11</a:t>
            </a:r>
          </a:p>
          <a:p>
            <a:r>
              <a:rPr lang="en-IN" dirty="0"/>
              <a:t>Python 3.x</a:t>
            </a:r>
          </a:p>
          <a:p>
            <a:r>
              <a:rPr lang="en-IN" dirty="0"/>
              <a:t>CMD (Command Prompt)</a:t>
            </a:r>
          </a:p>
          <a:p>
            <a:r>
              <a:rPr lang="en-IN" dirty="0"/>
              <a:t>Python libraries:</a:t>
            </a:r>
          </a:p>
          <a:p>
            <a:pPr lvl="1"/>
            <a:r>
              <a:rPr lang="en-IN" dirty="0" err="1"/>
              <a:t>scapy</a:t>
            </a:r>
            <a:endParaRPr lang="en-IN" dirty="0"/>
          </a:p>
          <a:p>
            <a:pPr lvl="1"/>
            <a:r>
              <a:rPr lang="en-IN" dirty="0"/>
              <a:t>watchdog</a:t>
            </a:r>
          </a:p>
          <a:p>
            <a:pPr lvl="1"/>
            <a:r>
              <a:rPr lang="en-IN" dirty="0" err="1"/>
              <a:t>hashlib</a:t>
            </a:r>
            <a:endParaRPr lang="en-IN" dirty="0"/>
          </a:p>
          <a:p>
            <a:pPr lvl="1"/>
            <a:r>
              <a:rPr lang="en-IN" dirty="0"/>
              <a:t>logging</a:t>
            </a:r>
          </a:p>
          <a:p>
            <a:pPr lvl="1"/>
            <a:r>
              <a:rPr lang="en-IN" dirty="0" err="1"/>
              <a:t>argparse</a:t>
            </a:r>
            <a:endParaRPr lang="en-IN" dirty="0"/>
          </a:p>
          <a:p>
            <a:pPr lvl="1"/>
            <a:r>
              <a:rPr lang="en-IN" dirty="0" err="1"/>
              <a:t>os</a:t>
            </a:r>
            <a:endParaRPr lang="en-IN" dirty="0"/>
          </a:p>
          <a:p>
            <a:pPr lvl="1"/>
            <a:r>
              <a:rPr lang="en-IN" dirty="0"/>
              <a:t>time</a:t>
            </a:r>
          </a:p>
          <a:p>
            <a:endParaRPr lang="en-IN" dirty="0"/>
          </a:p>
        </p:txBody>
      </p:sp>
    </p:spTree>
    <p:extLst>
      <p:ext uri="{BB962C8B-B14F-4D97-AF65-F5344CB8AC3E}">
        <p14:creationId xmlns:p14="http://schemas.microsoft.com/office/powerpoint/2010/main" val="1279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6D434-D1B9-BF1C-1BE3-C377CDA3952D}"/>
              </a:ext>
            </a:extLst>
          </p:cNvPr>
          <p:cNvSpPr>
            <a:spLocks noGrp="1"/>
          </p:cNvSpPr>
          <p:nvPr>
            <p:ph type="title"/>
          </p:nvPr>
        </p:nvSpPr>
        <p:spPr>
          <a:xfrm>
            <a:off x="838200" y="1"/>
            <a:ext cx="10515600" cy="1015999"/>
          </a:xfrm>
        </p:spPr>
        <p:txBody>
          <a:bodyPr/>
          <a:lstStyle/>
          <a:p>
            <a:r>
              <a:rPr lang="en-US" b="1" dirty="0"/>
              <a:t>                      7.</a:t>
            </a:r>
            <a:r>
              <a:rPr lang="en-IN" b="1" dirty="0"/>
              <a:t> Technology Used</a:t>
            </a:r>
          </a:p>
        </p:txBody>
      </p:sp>
      <p:graphicFrame>
        <p:nvGraphicFramePr>
          <p:cNvPr id="7" name="Content Placeholder 6">
            <a:extLst>
              <a:ext uri="{FF2B5EF4-FFF2-40B4-BE49-F238E27FC236}">
                <a16:creationId xmlns:a16="http://schemas.microsoft.com/office/drawing/2014/main" id="{714B02A8-4C74-524C-2154-4F1A139B0892}"/>
              </a:ext>
            </a:extLst>
          </p:cNvPr>
          <p:cNvGraphicFramePr>
            <a:graphicFrameLocks noGrp="1"/>
          </p:cNvGraphicFramePr>
          <p:nvPr>
            <p:ph idx="1"/>
            <p:extLst>
              <p:ext uri="{D42A27DB-BD31-4B8C-83A1-F6EECF244321}">
                <p14:modId xmlns:p14="http://schemas.microsoft.com/office/powerpoint/2010/main" val="3392790120"/>
              </p:ext>
            </p:extLst>
          </p:nvPr>
        </p:nvGraphicFramePr>
        <p:xfrm>
          <a:off x="990600" y="1312333"/>
          <a:ext cx="7552267" cy="4851399"/>
        </p:xfrm>
        <a:graphic>
          <a:graphicData uri="http://schemas.openxmlformats.org/drawingml/2006/table">
            <a:tbl>
              <a:tblPr/>
              <a:tblGrid>
                <a:gridCol w="2557920">
                  <a:extLst>
                    <a:ext uri="{9D8B030D-6E8A-4147-A177-3AD203B41FA5}">
                      <a16:colId xmlns:a16="http://schemas.microsoft.com/office/drawing/2014/main" val="4159147286"/>
                    </a:ext>
                  </a:extLst>
                </a:gridCol>
                <a:gridCol w="4994347">
                  <a:extLst>
                    <a:ext uri="{9D8B030D-6E8A-4147-A177-3AD203B41FA5}">
                      <a16:colId xmlns:a16="http://schemas.microsoft.com/office/drawing/2014/main" val="2110326468"/>
                    </a:ext>
                  </a:extLst>
                </a:gridCol>
              </a:tblGrid>
              <a:tr h="693057">
                <a:tc>
                  <a:txBody>
                    <a:bodyPr/>
                    <a:lstStyle/>
                    <a:p>
                      <a:pPr>
                        <a:buNone/>
                      </a:pPr>
                      <a:r>
                        <a:rPr lang="en-IN"/>
                        <a:t>Technology</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extLst>
                  <a:ext uri="{0D108BD9-81ED-4DB2-BD59-A6C34878D82A}">
                    <a16:rowId xmlns:a16="http://schemas.microsoft.com/office/drawing/2014/main" val="2127909098"/>
                  </a:ext>
                </a:extLst>
              </a:tr>
              <a:tr h="693057">
                <a:tc>
                  <a:txBody>
                    <a:bodyPr/>
                    <a:lstStyle/>
                    <a:p>
                      <a:pPr>
                        <a:buNone/>
                      </a:pPr>
                      <a:r>
                        <a:rPr lang="en-IN"/>
                        <a:t>Python</a:t>
                      </a:r>
                    </a:p>
                  </a:txBody>
                  <a:tcPr anchor="ctr">
                    <a:lnL>
                      <a:noFill/>
                    </a:lnL>
                    <a:lnR>
                      <a:noFill/>
                    </a:lnR>
                    <a:lnT>
                      <a:noFill/>
                    </a:lnT>
                    <a:lnB>
                      <a:noFill/>
                    </a:lnB>
                    <a:noFill/>
                  </a:tcPr>
                </a:tc>
                <a:tc>
                  <a:txBody>
                    <a:bodyPr/>
                    <a:lstStyle/>
                    <a:p>
                      <a:pPr>
                        <a:buNone/>
                      </a:pPr>
                      <a:r>
                        <a:rPr lang="en-IN"/>
                        <a:t>Main programming language</a:t>
                      </a:r>
                    </a:p>
                  </a:txBody>
                  <a:tcPr anchor="ctr">
                    <a:lnL>
                      <a:noFill/>
                    </a:lnL>
                    <a:lnR>
                      <a:noFill/>
                    </a:lnR>
                    <a:lnT>
                      <a:noFill/>
                    </a:lnT>
                    <a:lnB>
                      <a:noFill/>
                    </a:lnB>
                    <a:noFill/>
                  </a:tcPr>
                </a:tc>
                <a:extLst>
                  <a:ext uri="{0D108BD9-81ED-4DB2-BD59-A6C34878D82A}">
                    <a16:rowId xmlns:a16="http://schemas.microsoft.com/office/drawing/2014/main" val="3367748501"/>
                  </a:ext>
                </a:extLst>
              </a:tr>
              <a:tr h="693057">
                <a:tc>
                  <a:txBody>
                    <a:bodyPr/>
                    <a:lstStyle/>
                    <a:p>
                      <a:pPr>
                        <a:buNone/>
                      </a:pPr>
                      <a:r>
                        <a:rPr lang="en-IN"/>
                        <a:t>Scapy</a:t>
                      </a:r>
                    </a:p>
                  </a:txBody>
                  <a:tcPr anchor="ctr">
                    <a:lnL>
                      <a:noFill/>
                    </a:lnL>
                    <a:lnR>
                      <a:noFill/>
                    </a:lnR>
                    <a:lnT>
                      <a:noFill/>
                    </a:lnT>
                    <a:lnB>
                      <a:noFill/>
                    </a:lnB>
                    <a:noFill/>
                  </a:tcPr>
                </a:tc>
                <a:tc>
                  <a:txBody>
                    <a:bodyPr/>
                    <a:lstStyle/>
                    <a:p>
                      <a:pPr>
                        <a:buNone/>
                      </a:pPr>
                      <a:r>
                        <a:rPr lang="en-IN"/>
                        <a:t>Network scanning</a:t>
                      </a:r>
                    </a:p>
                  </a:txBody>
                  <a:tcPr anchor="ctr">
                    <a:lnL>
                      <a:noFill/>
                    </a:lnL>
                    <a:lnR>
                      <a:noFill/>
                    </a:lnR>
                    <a:lnT>
                      <a:noFill/>
                    </a:lnT>
                    <a:lnB>
                      <a:noFill/>
                    </a:lnB>
                    <a:noFill/>
                  </a:tcPr>
                </a:tc>
                <a:extLst>
                  <a:ext uri="{0D108BD9-81ED-4DB2-BD59-A6C34878D82A}">
                    <a16:rowId xmlns:a16="http://schemas.microsoft.com/office/drawing/2014/main" val="2004782954"/>
                  </a:ext>
                </a:extLst>
              </a:tr>
              <a:tr h="693057">
                <a:tc>
                  <a:txBody>
                    <a:bodyPr/>
                    <a:lstStyle/>
                    <a:p>
                      <a:pPr>
                        <a:buNone/>
                      </a:pPr>
                      <a:r>
                        <a:rPr lang="en-IN" dirty="0"/>
                        <a:t>Watchdog</a:t>
                      </a:r>
                    </a:p>
                  </a:txBody>
                  <a:tcPr anchor="ctr">
                    <a:lnL>
                      <a:noFill/>
                    </a:lnL>
                    <a:lnR>
                      <a:noFill/>
                    </a:lnR>
                    <a:lnT>
                      <a:noFill/>
                    </a:lnT>
                    <a:lnB>
                      <a:noFill/>
                    </a:lnB>
                    <a:noFill/>
                  </a:tcPr>
                </a:tc>
                <a:tc>
                  <a:txBody>
                    <a:bodyPr/>
                    <a:lstStyle/>
                    <a:p>
                      <a:pPr>
                        <a:buNone/>
                      </a:pPr>
                      <a:r>
                        <a:rPr lang="en-IN"/>
                        <a:t>File monitoring</a:t>
                      </a:r>
                    </a:p>
                  </a:txBody>
                  <a:tcPr anchor="ctr">
                    <a:lnL>
                      <a:noFill/>
                    </a:lnL>
                    <a:lnR>
                      <a:noFill/>
                    </a:lnR>
                    <a:lnT>
                      <a:noFill/>
                    </a:lnT>
                    <a:lnB>
                      <a:noFill/>
                    </a:lnB>
                    <a:noFill/>
                  </a:tcPr>
                </a:tc>
                <a:extLst>
                  <a:ext uri="{0D108BD9-81ED-4DB2-BD59-A6C34878D82A}">
                    <a16:rowId xmlns:a16="http://schemas.microsoft.com/office/drawing/2014/main" val="3452685233"/>
                  </a:ext>
                </a:extLst>
              </a:tr>
              <a:tr h="693057">
                <a:tc>
                  <a:txBody>
                    <a:bodyPr/>
                    <a:lstStyle/>
                    <a:p>
                      <a:pPr>
                        <a:buNone/>
                      </a:pPr>
                      <a:r>
                        <a:rPr lang="en-IN"/>
                        <a:t>Hashlib</a:t>
                      </a:r>
                    </a:p>
                  </a:txBody>
                  <a:tcPr anchor="ctr">
                    <a:lnL>
                      <a:noFill/>
                    </a:lnL>
                    <a:lnR>
                      <a:noFill/>
                    </a:lnR>
                    <a:lnT>
                      <a:noFill/>
                    </a:lnT>
                    <a:lnB>
                      <a:noFill/>
                    </a:lnB>
                    <a:noFill/>
                  </a:tcPr>
                </a:tc>
                <a:tc>
                  <a:txBody>
                    <a:bodyPr/>
                    <a:lstStyle/>
                    <a:p>
                      <a:pPr>
                        <a:buNone/>
                      </a:pPr>
                      <a:r>
                        <a:rPr lang="en-IN"/>
                        <a:t>File integrity checking</a:t>
                      </a:r>
                    </a:p>
                  </a:txBody>
                  <a:tcPr anchor="ctr">
                    <a:lnL>
                      <a:noFill/>
                    </a:lnL>
                    <a:lnR>
                      <a:noFill/>
                    </a:lnR>
                    <a:lnT>
                      <a:noFill/>
                    </a:lnT>
                    <a:lnB>
                      <a:noFill/>
                    </a:lnB>
                    <a:noFill/>
                  </a:tcPr>
                </a:tc>
                <a:extLst>
                  <a:ext uri="{0D108BD9-81ED-4DB2-BD59-A6C34878D82A}">
                    <a16:rowId xmlns:a16="http://schemas.microsoft.com/office/drawing/2014/main" val="3214657515"/>
                  </a:ext>
                </a:extLst>
              </a:tr>
              <a:tr h="693057">
                <a:tc>
                  <a:txBody>
                    <a:bodyPr/>
                    <a:lstStyle/>
                    <a:p>
                      <a:pPr>
                        <a:buNone/>
                      </a:pPr>
                      <a:r>
                        <a:rPr lang="en-IN"/>
                        <a:t>Logging</a:t>
                      </a:r>
                    </a:p>
                  </a:txBody>
                  <a:tcPr anchor="ctr">
                    <a:lnL>
                      <a:noFill/>
                    </a:lnL>
                    <a:lnR>
                      <a:noFill/>
                    </a:lnR>
                    <a:lnT>
                      <a:noFill/>
                    </a:lnT>
                    <a:lnB>
                      <a:noFill/>
                    </a:lnB>
                    <a:noFill/>
                  </a:tcPr>
                </a:tc>
                <a:tc>
                  <a:txBody>
                    <a:bodyPr/>
                    <a:lstStyle/>
                    <a:p>
                      <a:pPr>
                        <a:buNone/>
                      </a:pPr>
                      <a:r>
                        <a:rPr lang="en-IN"/>
                        <a:t>Event recording</a:t>
                      </a:r>
                    </a:p>
                  </a:txBody>
                  <a:tcPr anchor="ctr">
                    <a:lnL>
                      <a:noFill/>
                    </a:lnL>
                    <a:lnR>
                      <a:noFill/>
                    </a:lnR>
                    <a:lnT>
                      <a:noFill/>
                    </a:lnT>
                    <a:lnB>
                      <a:noFill/>
                    </a:lnB>
                    <a:noFill/>
                  </a:tcPr>
                </a:tc>
                <a:extLst>
                  <a:ext uri="{0D108BD9-81ED-4DB2-BD59-A6C34878D82A}">
                    <a16:rowId xmlns:a16="http://schemas.microsoft.com/office/drawing/2014/main" val="804870632"/>
                  </a:ext>
                </a:extLst>
              </a:tr>
              <a:tr h="693057">
                <a:tc>
                  <a:txBody>
                    <a:bodyPr/>
                    <a:lstStyle/>
                    <a:p>
                      <a:pPr>
                        <a:buNone/>
                      </a:pPr>
                      <a:r>
                        <a:rPr lang="en-IN"/>
                        <a:t>CMD</a:t>
                      </a:r>
                    </a:p>
                  </a:txBody>
                  <a:tcPr anchor="ctr">
                    <a:lnL>
                      <a:noFill/>
                    </a:lnL>
                    <a:lnR>
                      <a:noFill/>
                    </a:lnR>
                    <a:lnT>
                      <a:noFill/>
                    </a:lnT>
                    <a:lnB>
                      <a:noFill/>
                    </a:lnB>
                    <a:noFill/>
                  </a:tcPr>
                </a:tc>
                <a:tc>
                  <a:txBody>
                    <a:bodyPr/>
                    <a:lstStyle/>
                    <a:p>
                      <a:pPr>
                        <a:buNone/>
                      </a:pPr>
                      <a:r>
                        <a:rPr lang="en-IN" dirty="0"/>
                        <a:t>Execution environment</a:t>
                      </a:r>
                    </a:p>
                  </a:txBody>
                  <a:tcPr anchor="ctr">
                    <a:lnL>
                      <a:noFill/>
                    </a:lnL>
                    <a:lnR>
                      <a:noFill/>
                    </a:lnR>
                    <a:lnT>
                      <a:noFill/>
                    </a:lnT>
                    <a:lnB>
                      <a:noFill/>
                    </a:lnB>
                    <a:noFill/>
                  </a:tcPr>
                </a:tc>
                <a:extLst>
                  <a:ext uri="{0D108BD9-81ED-4DB2-BD59-A6C34878D82A}">
                    <a16:rowId xmlns:a16="http://schemas.microsoft.com/office/drawing/2014/main" val="3075849352"/>
                  </a:ext>
                </a:extLst>
              </a:tr>
            </a:tbl>
          </a:graphicData>
        </a:graphic>
      </p:graphicFrame>
    </p:spTree>
    <p:extLst>
      <p:ext uri="{BB962C8B-B14F-4D97-AF65-F5344CB8AC3E}">
        <p14:creationId xmlns:p14="http://schemas.microsoft.com/office/powerpoint/2010/main" val="8638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A7345-48C0-D47F-AFB9-48006865CBFD}"/>
              </a:ext>
            </a:extLst>
          </p:cNvPr>
          <p:cNvSpPr>
            <a:spLocks noGrp="1"/>
          </p:cNvSpPr>
          <p:nvPr>
            <p:ph type="title"/>
          </p:nvPr>
        </p:nvSpPr>
        <p:spPr>
          <a:xfrm>
            <a:off x="838200" y="1"/>
            <a:ext cx="10515600" cy="880532"/>
          </a:xfrm>
        </p:spPr>
        <p:txBody>
          <a:bodyPr/>
          <a:lstStyle/>
          <a:p>
            <a:r>
              <a:rPr lang="en-US" dirty="0"/>
              <a:t>                   </a:t>
            </a:r>
            <a:r>
              <a:rPr lang="en-US" b="1" dirty="0"/>
              <a:t>8.Module Description</a:t>
            </a:r>
            <a:endParaRPr lang="en-IN" b="1" dirty="0"/>
          </a:p>
        </p:txBody>
      </p:sp>
      <p:sp>
        <p:nvSpPr>
          <p:cNvPr id="3" name="Content Placeholder 2">
            <a:extLst>
              <a:ext uri="{FF2B5EF4-FFF2-40B4-BE49-F238E27FC236}">
                <a16:creationId xmlns:a16="http://schemas.microsoft.com/office/drawing/2014/main" id="{24D91BCB-D78D-AC83-3B83-A3DE2A309248}"/>
              </a:ext>
            </a:extLst>
          </p:cNvPr>
          <p:cNvSpPr>
            <a:spLocks noGrp="1"/>
          </p:cNvSpPr>
          <p:nvPr>
            <p:ph idx="1"/>
          </p:nvPr>
        </p:nvSpPr>
        <p:spPr>
          <a:xfrm>
            <a:off x="330201" y="948266"/>
            <a:ext cx="11222566" cy="7944274"/>
          </a:xfrm>
        </p:spPr>
        <p:txBody>
          <a:bodyPr>
            <a:normAutofit fontScale="25000" lnSpcReduction="20000"/>
          </a:bodyPr>
          <a:lstStyle/>
          <a:p>
            <a:pPr marL="0" indent="0">
              <a:buNone/>
            </a:pPr>
            <a:r>
              <a:rPr lang="en-IN" sz="1600" b="1" dirty="0"/>
              <a:t>1</a:t>
            </a:r>
            <a:r>
              <a:rPr lang="en-IN" sz="2100" b="1" dirty="0"/>
              <a:t>.</a:t>
            </a:r>
            <a:r>
              <a:rPr lang="en-IN" sz="7200" b="1" dirty="0"/>
              <a:t>Network Scanning Module</a:t>
            </a:r>
          </a:p>
          <a:p>
            <a:r>
              <a:rPr lang="en-IN" sz="7200" dirty="0"/>
              <a:t>This module:</a:t>
            </a:r>
          </a:p>
          <a:p>
            <a:r>
              <a:rPr lang="en-IN" sz="7200" dirty="0"/>
              <a:t>Sends ARP requests to IP range</a:t>
            </a:r>
          </a:p>
          <a:p>
            <a:r>
              <a:rPr lang="en-IN" sz="7200" dirty="0"/>
              <a:t>Identifies active devices</a:t>
            </a:r>
          </a:p>
          <a:p>
            <a:r>
              <a:rPr lang="en-IN" sz="7200" dirty="0"/>
              <a:t>Displays IP and MAC addresses</a:t>
            </a:r>
          </a:p>
          <a:p>
            <a:r>
              <a:rPr lang="en-IN" sz="7200" dirty="0"/>
              <a:t>Detects unknown devices</a:t>
            </a:r>
          </a:p>
          <a:p>
            <a:r>
              <a:rPr lang="en-IN" sz="7200" dirty="0"/>
              <a:t>Working:</a:t>
            </a:r>
          </a:p>
          <a:p>
            <a:r>
              <a:rPr lang="en-IN" sz="7200" dirty="0"/>
              <a:t>Uses </a:t>
            </a:r>
            <a:r>
              <a:rPr lang="en-IN" sz="7200" dirty="0" err="1"/>
              <a:t>Scapy</a:t>
            </a:r>
            <a:r>
              <a:rPr lang="en-IN" sz="7200" dirty="0"/>
              <a:t> library</a:t>
            </a:r>
          </a:p>
          <a:p>
            <a:r>
              <a:rPr lang="en-IN" sz="7200" dirty="0"/>
              <a:t>Broadcasts ARP packets</a:t>
            </a:r>
          </a:p>
          <a:p>
            <a:r>
              <a:rPr lang="en-IN" sz="7200" dirty="0"/>
              <a:t>Receives response packets</a:t>
            </a:r>
          </a:p>
          <a:p>
            <a:r>
              <a:rPr lang="en-IN" sz="7200" dirty="0"/>
              <a:t>Extracts device information</a:t>
            </a:r>
          </a:p>
          <a:p>
            <a:r>
              <a:rPr lang="en-IN" sz="7200" dirty="0"/>
              <a:t>2.</a:t>
            </a:r>
            <a:r>
              <a:rPr lang="en-US" sz="7200" b="1" dirty="0"/>
              <a:t> File Monitoring Module</a:t>
            </a:r>
          </a:p>
          <a:p>
            <a:r>
              <a:rPr lang="en-US" sz="7200" dirty="0"/>
              <a:t>This module:</a:t>
            </a:r>
          </a:p>
          <a:p>
            <a:r>
              <a:rPr lang="en-US" sz="7200" dirty="0"/>
              <a:t>Monitors specific directory</a:t>
            </a:r>
          </a:p>
          <a:p>
            <a:r>
              <a:rPr lang="en-US" sz="7200" dirty="0"/>
              <a:t>Detects file creation</a:t>
            </a:r>
          </a:p>
          <a:p>
            <a:r>
              <a:rPr lang="en-US" sz="7200" dirty="0"/>
              <a:t>Detects file deletion</a:t>
            </a:r>
          </a:p>
          <a:p>
            <a:r>
              <a:rPr lang="en-US" sz="7200" dirty="0"/>
              <a:t>Detects file modification</a:t>
            </a:r>
          </a:p>
          <a:p>
            <a:r>
              <a:rPr lang="en-US" sz="7200" dirty="0"/>
              <a:t>Working:</a:t>
            </a:r>
          </a:p>
          <a:p>
            <a:r>
              <a:rPr lang="en-US" sz="7200" dirty="0"/>
              <a:t>Uses Watchdog Observer</a:t>
            </a:r>
          </a:p>
          <a:p>
            <a:r>
              <a:rPr lang="en-US" sz="7200" dirty="0"/>
              <a:t>Tracks file system events</a:t>
            </a:r>
          </a:p>
          <a:p>
            <a:r>
              <a:rPr lang="en-US" sz="7200" dirty="0"/>
              <a:t>Triggers event handler</a:t>
            </a:r>
          </a:p>
          <a:p>
            <a:pPr marL="0" indent="0">
              <a:buNone/>
            </a:pPr>
            <a:endParaRPr lang="en-IN" sz="7200" dirty="0"/>
          </a:p>
          <a:p>
            <a:endParaRPr lang="en-IN" dirty="0"/>
          </a:p>
        </p:txBody>
      </p:sp>
    </p:spTree>
    <p:extLst>
      <p:ext uri="{BB962C8B-B14F-4D97-AF65-F5344CB8AC3E}">
        <p14:creationId xmlns:p14="http://schemas.microsoft.com/office/powerpoint/2010/main" val="2186976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CAB721-A68B-C5E7-EA8F-C20E41ADCFAE}"/>
              </a:ext>
            </a:extLst>
          </p:cNvPr>
          <p:cNvSpPr>
            <a:spLocks noGrp="1"/>
          </p:cNvSpPr>
          <p:nvPr>
            <p:ph idx="1"/>
          </p:nvPr>
        </p:nvSpPr>
        <p:spPr>
          <a:xfrm>
            <a:off x="228600" y="127000"/>
            <a:ext cx="11125200" cy="6637866"/>
          </a:xfrm>
        </p:spPr>
        <p:txBody>
          <a:bodyPr>
            <a:normAutofit fontScale="77500" lnSpcReduction="20000"/>
          </a:bodyPr>
          <a:lstStyle/>
          <a:p>
            <a:pPr marL="0" indent="0">
              <a:buNone/>
            </a:pPr>
            <a:r>
              <a:rPr lang="en-US" sz="2000" b="1" dirty="0"/>
              <a:t>3.Hashing Module</a:t>
            </a:r>
          </a:p>
          <a:p>
            <a:r>
              <a:rPr lang="en-US" sz="2000" dirty="0"/>
              <a:t>This module:</a:t>
            </a:r>
          </a:p>
          <a:p>
            <a:r>
              <a:rPr lang="en-US" sz="2000" dirty="0"/>
              <a:t>Generates hash value of file</a:t>
            </a:r>
          </a:p>
          <a:p>
            <a:r>
              <a:rPr lang="en-US" sz="2000" dirty="0"/>
              <a:t>Detects file tampering</a:t>
            </a:r>
          </a:p>
          <a:p>
            <a:r>
              <a:rPr lang="en-US" sz="2000" dirty="0"/>
              <a:t>Compares old and new hash values</a:t>
            </a:r>
          </a:p>
          <a:p>
            <a:r>
              <a:rPr lang="en-US" sz="2000" dirty="0"/>
              <a:t>Working:</a:t>
            </a:r>
          </a:p>
          <a:p>
            <a:r>
              <a:rPr lang="en-US" sz="2000" dirty="0"/>
              <a:t>Uses </a:t>
            </a:r>
            <a:r>
              <a:rPr lang="en-US" sz="2000" dirty="0" err="1"/>
              <a:t>hashlib</a:t>
            </a:r>
            <a:r>
              <a:rPr lang="en-US" sz="2000" dirty="0"/>
              <a:t> (SHA-256)</a:t>
            </a:r>
          </a:p>
          <a:p>
            <a:r>
              <a:rPr lang="en-US" sz="2000" dirty="0"/>
              <a:t>Calculates file fingerprint</a:t>
            </a:r>
          </a:p>
          <a:p>
            <a:r>
              <a:rPr lang="en-US" sz="2000" dirty="0"/>
              <a:t>Detects integrity change</a:t>
            </a:r>
          </a:p>
          <a:p>
            <a:pPr marL="0" indent="0">
              <a:buNone/>
            </a:pPr>
            <a:r>
              <a:rPr lang="en-US" sz="2200" b="1" dirty="0"/>
              <a:t>4.Logging Module</a:t>
            </a:r>
          </a:p>
          <a:p>
            <a:r>
              <a:rPr lang="en-US" sz="2200" dirty="0"/>
              <a:t>This module:</a:t>
            </a:r>
          </a:p>
          <a:p>
            <a:r>
              <a:rPr lang="en-US" sz="2200" dirty="0"/>
              <a:t>Stores suspicious activities</a:t>
            </a:r>
          </a:p>
          <a:p>
            <a:r>
              <a:rPr lang="en-US" sz="2200" dirty="0"/>
              <a:t>Records date and time</a:t>
            </a:r>
          </a:p>
          <a:p>
            <a:r>
              <a:rPr lang="en-US" sz="2200" dirty="0"/>
              <a:t>Maintains security history</a:t>
            </a:r>
          </a:p>
          <a:p>
            <a:r>
              <a:rPr lang="en-US" sz="2200" dirty="0"/>
              <a:t>Working:</a:t>
            </a:r>
          </a:p>
          <a:p>
            <a:r>
              <a:rPr lang="en-US" sz="2200" dirty="0"/>
              <a:t>Uses Python logging library</a:t>
            </a:r>
          </a:p>
          <a:p>
            <a:r>
              <a:rPr lang="en-US" sz="2200" dirty="0"/>
              <a:t>Saves data into log file (.log)</a:t>
            </a:r>
          </a:p>
          <a:p>
            <a:endParaRPr lang="en-IN" dirty="0"/>
          </a:p>
        </p:txBody>
      </p:sp>
    </p:spTree>
    <p:extLst>
      <p:ext uri="{BB962C8B-B14F-4D97-AF65-F5344CB8AC3E}">
        <p14:creationId xmlns:p14="http://schemas.microsoft.com/office/powerpoint/2010/main" val="3200338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0FB5-B995-9198-0CA6-A9DDCC7D19DE}"/>
              </a:ext>
            </a:extLst>
          </p:cNvPr>
          <p:cNvSpPr>
            <a:spLocks noGrp="1"/>
          </p:cNvSpPr>
          <p:nvPr>
            <p:ph type="title"/>
          </p:nvPr>
        </p:nvSpPr>
        <p:spPr>
          <a:xfrm>
            <a:off x="838200" y="67734"/>
            <a:ext cx="10515600" cy="829734"/>
          </a:xfrm>
        </p:spPr>
        <p:txBody>
          <a:bodyPr>
            <a:normAutofit/>
          </a:bodyPr>
          <a:lstStyle/>
          <a:p>
            <a:r>
              <a:rPr lang="en-US" dirty="0"/>
              <a:t>                </a:t>
            </a:r>
            <a:r>
              <a:rPr lang="en-US" b="1" dirty="0"/>
              <a:t>9.</a:t>
            </a:r>
            <a:r>
              <a:rPr lang="en-IN" b="1" dirty="0"/>
              <a:t> Working of the System </a:t>
            </a:r>
          </a:p>
        </p:txBody>
      </p:sp>
      <p:sp>
        <p:nvSpPr>
          <p:cNvPr id="3" name="Content Placeholder 2">
            <a:extLst>
              <a:ext uri="{FF2B5EF4-FFF2-40B4-BE49-F238E27FC236}">
                <a16:creationId xmlns:a16="http://schemas.microsoft.com/office/drawing/2014/main" id="{49F64DF3-C566-46BC-8358-0F6B7BDCE2DB}"/>
              </a:ext>
            </a:extLst>
          </p:cNvPr>
          <p:cNvSpPr>
            <a:spLocks noGrp="1"/>
          </p:cNvSpPr>
          <p:nvPr>
            <p:ph idx="1"/>
          </p:nvPr>
        </p:nvSpPr>
        <p:spPr>
          <a:xfrm>
            <a:off x="220133" y="1024466"/>
            <a:ext cx="11133667" cy="5765799"/>
          </a:xfrm>
        </p:spPr>
        <p:txBody>
          <a:bodyPr/>
          <a:lstStyle/>
          <a:p>
            <a:r>
              <a:rPr lang="en-IN" dirty="0"/>
              <a:t>User opens Command Prompt</a:t>
            </a:r>
          </a:p>
          <a:p>
            <a:r>
              <a:rPr lang="en-IN" dirty="0"/>
              <a:t>Navigates to project folder</a:t>
            </a:r>
          </a:p>
          <a:p>
            <a:r>
              <a:rPr lang="en-IN" dirty="0"/>
              <a:t>Runs Python file using command:</a:t>
            </a:r>
          </a:p>
          <a:p>
            <a:pPr marL="0" indent="0">
              <a:buNone/>
            </a:pPr>
            <a:r>
              <a:rPr lang="en-IN" dirty="0"/>
              <a:t>              python sentinelshield.py</a:t>
            </a:r>
          </a:p>
          <a:p>
            <a:r>
              <a:rPr lang="en-IN" dirty="0"/>
              <a:t>System starts scanning network</a:t>
            </a:r>
          </a:p>
          <a:p>
            <a:r>
              <a:rPr lang="en-IN" dirty="0"/>
              <a:t>Active devices are displayed</a:t>
            </a:r>
          </a:p>
          <a:p>
            <a:r>
              <a:rPr lang="en-IN" dirty="0"/>
              <a:t>File monitoring begins</a:t>
            </a:r>
          </a:p>
          <a:p>
            <a:r>
              <a:rPr lang="en-IN" dirty="0"/>
              <a:t>If file is modified or deleted → Alert shown</a:t>
            </a:r>
          </a:p>
          <a:p>
            <a:r>
              <a:rPr lang="en-IN" dirty="0"/>
              <a:t>Event recorded in log file</a:t>
            </a:r>
          </a:p>
          <a:p>
            <a:endParaRPr lang="en-IN" dirty="0"/>
          </a:p>
        </p:txBody>
      </p:sp>
    </p:spTree>
    <p:extLst>
      <p:ext uri="{BB962C8B-B14F-4D97-AF65-F5344CB8AC3E}">
        <p14:creationId xmlns:p14="http://schemas.microsoft.com/office/powerpoint/2010/main" val="394056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394FD-92F9-6FAA-8DF6-B22A1C4AB29F}"/>
              </a:ext>
            </a:extLst>
          </p:cNvPr>
          <p:cNvSpPr>
            <a:spLocks noGrp="1"/>
          </p:cNvSpPr>
          <p:nvPr>
            <p:ph type="title"/>
          </p:nvPr>
        </p:nvSpPr>
        <p:spPr>
          <a:xfrm>
            <a:off x="829733" y="101601"/>
            <a:ext cx="10515600" cy="1117600"/>
          </a:xfrm>
        </p:spPr>
        <p:txBody>
          <a:bodyPr/>
          <a:lstStyle/>
          <a:p>
            <a:r>
              <a:rPr lang="en-US" dirty="0"/>
              <a:t>                 </a:t>
            </a:r>
            <a:r>
              <a:rPr lang="en-IN" dirty="0"/>
              <a:t>  </a:t>
            </a:r>
            <a:r>
              <a:rPr lang="en-IN" b="1" dirty="0"/>
              <a:t>10.Program Code Overview</a:t>
            </a:r>
          </a:p>
        </p:txBody>
      </p:sp>
      <p:sp>
        <p:nvSpPr>
          <p:cNvPr id="3" name="Content Placeholder 2">
            <a:extLst>
              <a:ext uri="{FF2B5EF4-FFF2-40B4-BE49-F238E27FC236}">
                <a16:creationId xmlns:a16="http://schemas.microsoft.com/office/drawing/2014/main" id="{FAA1FD5F-7877-2BAF-BD85-C218DB544985}"/>
              </a:ext>
            </a:extLst>
          </p:cNvPr>
          <p:cNvSpPr>
            <a:spLocks noGrp="1"/>
          </p:cNvSpPr>
          <p:nvPr>
            <p:ph idx="1"/>
          </p:nvPr>
        </p:nvSpPr>
        <p:spPr>
          <a:xfrm>
            <a:off x="186267" y="1117600"/>
            <a:ext cx="11167533" cy="5520267"/>
          </a:xfrm>
        </p:spPr>
        <p:txBody>
          <a:bodyPr>
            <a:normAutofit fontScale="92500" lnSpcReduction="20000"/>
          </a:bodyPr>
          <a:lstStyle/>
          <a:p>
            <a:r>
              <a:rPr lang="en-US" sz="2000" b="1" dirty="0"/>
              <a:t>Main Sections of Code:</a:t>
            </a:r>
          </a:p>
          <a:p>
            <a:pPr marL="514350" indent="-514350">
              <a:buFont typeface="+mj-lt"/>
              <a:buAutoNum type="arabicPeriod"/>
            </a:pPr>
            <a:r>
              <a:rPr lang="en-US" sz="2000" dirty="0"/>
              <a:t>Import libraries</a:t>
            </a:r>
          </a:p>
          <a:p>
            <a:pPr marL="514350" indent="-514350">
              <a:buFont typeface="+mj-lt"/>
              <a:buAutoNum type="arabicPeriod"/>
            </a:pPr>
            <a:r>
              <a:rPr lang="en-US" sz="2000" dirty="0"/>
              <a:t>Define scan() function</a:t>
            </a:r>
          </a:p>
          <a:p>
            <a:pPr marL="514350" indent="-514350">
              <a:buFont typeface="+mj-lt"/>
              <a:buAutoNum type="arabicPeriod"/>
            </a:pPr>
            <a:r>
              <a:rPr lang="en-US" sz="2000" dirty="0"/>
              <a:t>Define </a:t>
            </a:r>
            <a:r>
              <a:rPr lang="en-US" sz="2000" dirty="0" err="1"/>
              <a:t>FileSystemEventHandler</a:t>
            </a:r>
            <a:r>
              <a:rPr lang="en-US" sz="2000" dirty="0"/>
              <a:t> class</a:t>
            </a:r>
          </a:p>
          <a:p>
            <a:pPr marL="514350" indent="-514350">
              <a:buFont typeface="+mj-lt"/>
              <a:buAutoNum type="arabicPeriod"/>
            </a:pPr>
            <a:r>
              <a:rPr lang="en-US" sz="2000" dirty="0"/>
              <a:t>Implement hashing logic</a:t>
            </a:r>
          </a:p>
          <a:p>
            <a:pPr marL="514350" indent="-514350">
              <a:buFont typeface="+mj-lt"/>
              <a:buAutoNum type="arabicPeriod"/>
            </a:pPr>
            <a:r>
              <a:rPr lang="en-US" sz="2000" dirty="0"/>
              <a:t>Setup logging</a:t>
            </a:r>
          </a:p>
          <a:p>
            <a:pPr marL="514350" indent="-514350">
              <a:buFont typeface="+mj-lt"/>
              <a:buAutoNum type="arabicPeriod"/>
            </a:pPr>
            <a:r>
              <a:rPr lang="en-US" sz="2000" dirty="0"/>
              <a:t>Start observer</a:t>
            </a:r>
          </a:p>
          <a:p>
            <a:pPr marL="514350" indent="-514350">
              <a:buFont typeface="+mj-lt"/>
              <a:buAutoNum type="arabicPeriod"/>
            </a:pPr>
            <a:r>
              <a:rPr lang="en-US" sz="2000" dirty="0"/>
              <a:t>Run main function</a:t>
            </a:r>
          </a:p>
          <a:p>
            <a:r>
              <a:rPr lang="en-IN" sz="2000" b="1" dirty="0"/>
              <a:t>Important Functions:</a:t>
            </a:r>
          </a:p>
          <a:p>
            <a:r>
              <a:rPr lang="en-IN" sz="2000" dirty="0"/>
              <a:t>scan(</a:t>
            </a:r>
            <a:r>
              <a:rPr lang="en-IN" sz="2000" dirty="0" err="1"/>
              <a:t>ip_range</a:t>
            </a:r>
            <a:r>
              <a:rPr lang="en-IN" sz="2000" dirty="0"/>
              <a:t>) → Scans network</a:t>
            </a:r>
          </a:p>
          <a:p>
            <a:r>
              <a:rPr lang="en-IN" sz="2000" dirty="0" err="1"/>
              <a:t>on_modified</a:t>
            </a:r>
            <a:r>
              <a:rPr lang="en-IN" sz="2000" dirty="0"/>
              <a:t>() → Detects file changes</a:t>
            </a:r>
          </a:p>
          <a:p>
            <a:r>
              <a:rPr lang="en-IN" sz="2000" dirty="0" err="1"/>
              <a:t>on_deleted</a:t>
            </a:r>
            <a:r>
              <a:rPr lang="en-IN" sz="2000" dirty="0"/>
              <a:t>() → Detects file deletion</a:t>
            </a:r>
          </a:p>
          <a:p>
            <a:r>
              <a:rPr lang="en-IN" sz="2000" dirty="0" err="1"/>
              <a:t>calculate_hash</a:t>
            </a:r>
            <a:r>
              <a:rPr lang="en-IN" sz="2000" dirty="0"/>
              <a:t>(file) → Generates file hash</a:t>
            </a:r>
          </a:p>
          <a:p>
            <a:pPr marL="0" indent="0">
              <a:buNone/>
            </a:pPr>
            <a:endParaRPr lang="en-US" sz="2000" dirty="0"/>
          </a:p>
          <a:p>
            <a:endParaRPr lang="en-IN" dirty="0"/>
          </a:p>
        </p:txBody>
      </p:sp>
    </p:spTree>
    <p:extLst>
      <p:ext uri="{BB962C8B-B14F-4D97-AF65-F5344CB8AC3E}">
        <p14:creationId xmlns:p14="http://schemas.microsoft.com/office/powerpoint/2010/main" val="6243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45928-78F7-4474-1BA6-E3D0A5194A94}"/>
              </a:ext>
            </a:extLst>
          </p:cNvPr>
          <p:cNvSpPr>
            <a:spLocks noGrp="1"/>
          </p:cNvSpPr>
          <p:nvPr>
            <p:ph type="title"/>
          </p:nvPr>
        </p:nvSpPr>
        <p:spPr>
          <a:xfrm>
            <a:off x="838200" y="0"/>
            <a:ext cx="10515600" cy="821267"/>
          </a:xfrm>
        </p:spPr>
        <p:txBody>
          <a:bodyPr/>
          <a:lstStyle/>
          <a:p>
            <a:r>
              <a:rPr lang="en-US" dirty="0"/>
              <a:t>                      </a:t>
            </a:r>
            <a:r>
              <a:rPr lang="en-US" b="1" dirty="0"/>
              <a:t>11.</a:t>
            </a:r>
            <a:r>
              <a:rPr lang="en-IN" b="1" dirty="0"/>
              <a:t> Sample Output</a:t>
            </a:r>
          </a:p>
        </p:txBody>
      </p:sp>
      <p:pic>
        <p:nvPicPr>
          <p:cNvPr id="9" name="Content Placeholder 8">
            <a:extLst>
              <a:ext uri="{FF2B5EF4-FFF2-40B4-BE49-F238E27FC236}">
                <a16:creationId xmlns:a16="http://schemas.microsoft.com/office/drawing/2014/main" id="{22466EBB-4589-BBEF-AAC7-E542699B3D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3512" y="902208"/>
            <a:ext cx="8328367" cy="3767328"/>
          </a:xfrm>
          <a:prstGeom prst="rect">
            <a:avLst/>
          </a:prstGeom>
        </p:spPr>
      </p:pic>
    </p:spTree>
    <p:extLst>
      <p:ext uri="{BB962C8B-B14F-4D97-AF65-F5344CB8AC3E}">
        <p14:creationId xmlns:p14="http://schemas.microsoft.com/office/powerpoint/2010/main" val="2564556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CCE124-B96A-E419-F68B-09F1C2E71E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9660" y="922020"/>
            <a:ext cx="8930640" cy="5852159"/>
          </a:xfrm>
          <a:prstGeom prst="rect">
            <a:avLst/>
          </a:prstGeom>
        </p:spPr>
      </p:pic>
    </p:spTree>
    <p:extLst>
      <p:ext uri="{BB962C8B-B14F-4D97-AF65-F5344CB8AC3E}">
        <p14:creationId xmlns:p14="http://schemas.microsoft.com/office/powerpoint/2010/main" val="855750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D576-9796-9218-757F-29CE59D6029B}"/>
              </a:ext>
            </a:extLst>
          </p:cNvPr>
          <p:cNvSpPr>
            <a:spLocks noGrp="1"/>
          </p:cNvSpPr>
          <p:nvPr>
            <p:ph type="title"/>
          </p:nvPr>
        </p:nvSpPr>
        <p:spPr>
          <a:xfrm>
            <a:off x="838200" y="220981"/>
            <a:ext cx="10515600" cy="800100"/>
          </a:xfrm>
        </p:spPr>
        <p:txBody>
          <a:bodyPr>
            <a:normAutofit/>
          </a:bodyPr>
          <a:lstStyle/>
          <a:p>
            <a:r>
              <a:rPr lang="en-US" dirty="0"/>
              <a:t>                             </a:t>
            </a:r>
            <a:r>
              <a:rPr lang="en-US" b="1" dirty="0"/>
              <a:t>12.Advantages</a:t>
            </a:r>
            <a:endParaRPr lang="en-IN" b="1" dirty="0"/>
          </a:p>
        </p:txBody>
      </p:sp>
      <p:sp>
        <p:nvSpPr>
          <p:cNvPr id="3" name="Content Placeholder 2">
            <a:extLst>
              <a:ext uri="{FF2B5EF4-FFF2-40B4-BE49-F238E27FC236}">
                <a16:creationId xmlns:a16="http://schemas.microsoft.com/office/drawing/2014/main" id="{C0608D34-7467-150D-0F8D-821EAD0D1F31}"/>
              </a:ext>
            </a:extLst>
          </p:cNvPr>
          <p:cNvSpPr>
            <a:spLocks noGrp="1"/>
          </p:cNvSpPr>
          <p:nvPr>
            <p:ph idx="1"/>
          </p:nvPr>
        </p:nvSpPr>
        <p:spPr>
          <a:xfrm>
            <a:off x="838200" y="1021081"/>
            <a:ext cx="10515600" cy="5044439"/>
          </a:xfrm>
        </p:spPr>
        <p:txBody>
          <a:bodyPr/>
          <a:lstStyle/>
          <a:p>
            <a:r>
              <a:rPr lang="en-US" dirty="0"/>
              <a:t>Easy to understand</a:t>
            </a:r>
          </a:p>
          <a:p>
            <a:r>
              <a:rPr lang="en-US" dirty="0"/>
              <a:t>Runs on Windows CMD</a:t>
            </a:r>
          </a:p>
          <a:p>
            <a:r>
              <a:rPr lang="en-US" dirty="0"/>
              <a:t>No need for Kali Linux</a:t>
            </a:r>
          </a:p>
          <a:p>
            <a:r>
              <a:rPr lang="en-US" dirty="0"/>
              <a:t>Lightweight and simple</a:t>
            </a:r>
          </a:p>
          <a:p>
            <a:r>
              <a:rPr lang="en-US" dirty="0"/>
              <a:t>Useful for students</a:t>
            </a:r>
          </a:p>
          <a:p>
            <a:r>
              <a:rPr lang="en-US" dirty="0"/>
              <a:t>Real-time monitoring</a:t>
            </a:r>
          </a:p>
          <a:p>
            <a:endParaRPr lang="en-IN" dirty="0"/>
          </a:p>
        </p:txBody>
      </p:sp>
    </p:spTree>
    <p:extLst>
      <p:ext uri="{BB962C8B-B14F-4D97-AF65-F5344CB8AC3E}">
        <p14:creationId xmlns:p14="http://schemas.microsoft.com/office/powerpoint/2010/main" val="860202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E5991-8A2C-DC11-BB5E-FDB3A5C2F74D}"/>
              </a:ext>
            </a:extLst>
          </p:cNvPr>
          <p:cNvSpPr>
            <a:spLocks noGrp="1"/>
          </p:cNvSpPr>
          <p:nvPr>
            <p:ph type="title"/>
          </p:nvPr>
        </p:nvSpPr>
        <p:spPr>
          <a:xfrm>
            <a:off x="838200" y="365125"/>
            <a:ext cx="10515600" cy="846455"/>
          </a:xfrm>
        </p:spPr>
        <p:txBody>
          <a:bodyPr/>
          <a:lstStyle/>
          <a:p>
            <a:r>
              <a:rPr lang="en-US" dirty="0"/>
              <a:t>                      </a:t>
            </a:r>
            <a:r>
              <a:rPr lang="en-US" b="1" dirty="0"/>
              <a:t>13.Limitations</a:t>
            </a:r>
            <a:endParaRPr lang="en-IN" b="1" dirty="0"/>
          </a:p>
        </p:txBody>
      </p:sp>
      <p:sp>
        <p:nvSpPr>
          <p:cNvPr id="3" name="Content Placeholder 2">
            <a:extLst>
              <a:ext uri="{FF2B5EF4-FFF2-40B4-BE49-F238E27FC236}">
                <a16:creationId xmlns:a16="http://schemas.microsoft.com/office/drawing/2014/main" id="{6E0ED456-880B-D70E-8B07-65E33160D2CB}"/>
              </a:ext>
            </a:extLst>
          </p:cNvPr>
          <p:cNvSpPr>
            <a:spLocks noGrp="1"/>
          </p:cNvSpPr>
          <p:nvPr>
            <p:ph idx="1"/>
          </p:nvPr>
        </p:nvSpPr>
        <p:spPr>
          <a:xfrm>
            <a:off x="297180" y="1127760"/>
            <a:ext cx="11163300" cy="5090160"/>
          </a:xfrm>
        </p:spPr>
        <p:txBody>
          <a:bodyPr>
            <a:noAutofit/>
          </a:bodyPr>
          <a:lstStyle/>
          <a:p>
            <a:r>
              <a:rPr lang="en-US" sz="2000" b="1" dirty="0"/>
              <a:t>Basic Level Security Tool</a:t>
            </a:r>
          </a:p>
          <a:p>
            <a:r>
              <a:rPr lang="en-US" sz="2000" dirty="0"/>
              <a:t>Not as powerful as commercial IDS/IPS systems.</a:t>
            </a:r>
          </a:p>
          <a:p>
            <a:r>
              <a:rPr lang="en-US" sz="2000" dirty="0"/>
              <a:t>Cannot detect advanced persistent threats.</a:t>
            </a:r>
          </a:p>
          <a:p>
            <a:r>
              <a:rPr lang="en-US" sz="2000" b="1" dirty="0"/>
              <a:t>2️⃣ Limited to Local Network</a:t>
            </a:r>
          </a:p>
          <a:p>
            <a:r>
              <a:rPr lang="en-US" sz="2000" dirty="0"/>
              <a:t>Only scans devices in local LAN.</a:t>
            </a:r>
          </a:p>
          <a:p>
            <a:r>
              <a:rPr lang="en-US" sz="2000" dirty="0"/>
              <a:t>Cannot monitor external networks.</a:t>
            </a:r>
          </a:p>
          <a:p>
            <a:r>
              <a:rPr lang="en-US" sz="2000" b="1" dirty="0"/>
              <a:t>3️⃣ No Automatic Blocking</a:t>
            </a:r>
          </a:p>
          <a:p>
            <a:r>
              <a:rPr lang="en-US" sz="2000" dirty="0"/>
              <a:t>Only detects suspicious activity.</a:t>
            </a:r>
          </a:p>
          <a:p>
            <a:r>
              <a:rPr lang="en-US" sz="2000" dirty="0"/>
              <a:t>Does not automatically block malicious IPs.</a:t>
            </a:r>
          </a:p>
          <a:p>
            <a:r>
              <a:rPr lang="en-US" sz="2000" b="1" dirty="0"/>
              <a:t>4️⃣ No Graphical User Interface (GUI)</a:t>
            </a:r>
          </a:p>
          <a:p>
            <a:r>
              <a:rPr lang="en-US" sz="2000" dirty="0"/>
              <a:t>Works only in Command Prompt.</a:t>
            </a:r>
          </a:p>
          <a:p>
            <a:r>
              <a:rPr lang="en-US" sz="2000" dirty="0"/>
              <a:t>May not be user-friendly for non-technical users.</a:t>
            </a:r>
          </a:p>
        </p:txBody>
      </p:sp>
    </p:spTree>
    <p:extLst>
      <p:ext uri="{BB962C8B-B14F-4D97-AF65-F5344CB8AC3E}">
        <p14:creationId xmlns:p14="http://schemas.microsoft.com/office/powerpoint/2010/main" val="3604101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3F2B8-F6CB-28F8-791B-4B6F4889235F}"/>
              </a:ext>
            </a:extLst>
          </p:cNvPr>
          <p:cNvSpPr>
            <a:spLocks noGrp="1"/>
          </p:cNvSpPr>
          <p:nvPr>
            <p:ph type="title"/>
          </p:nvPr>
        </p:nvSpPr>
        <p:spPr>
          <a:xfrm>
            <a:off x="838200" y="365125"/>
            <a:ext cx="10515600" cy="838835"/>
          </a:xfrm>
        </p:spPr>
        <p:txBody>
          <a:bodyPr/>
          <a:lstStyle/>
          <a:p>
            <a:r>
              <a:rPr lang="en-US" dirty="0"/>
              <a:t>                      </a:t>
            </a:r>
            <a:r>
              <a:rPr lang="en-US" b="1" dirty="0"/>
              <a:t>14.Future </a:t>
            </a:r>
            <a:r>
              <a:rPr lang="en-US" b="1" dirty="0" err="1"/>
              <a:t>Enchancement</a:t>
            </a:r>
            <a:endParaRPr lang="en-IN" b="1" dirty="0"/>
          </a:p>
        </p:txBody>
      </p:sp>
      <p:sp>
        <p:nvSpPr>
          <p:cNvPr id="3" name="Content Placeholder 2">
            <a:extLst>
              <a:ext uri="{FF2B5EF4-FFF2-40B4-BE49-F238E27FC236}">
                <a16:creationId xmlns:a16="http://schemas.microsoft.com/office/drawing/2014/main" id="{1A9EB321-E3F5-CC4A-3068-E21DB0F92DC3}"/>
              </a:ext>
            </a:extLst>
          </p:cNvPr>
          <p:cNvSpPr>
            <a:spLocks noGrp="1"/>
          </p:cNvSpPr>
          <p:nvPr>
            <p:ph idx="1"/>
          </p:nvPr>
        </p:nvSpPr>
        <p:spPr>
          <a:xfrm>
            <a:off x="838200" y="1135380"/>
            <a:ext cx="10515600" cy="5041583"/>
          </a:xfrm>
        </p:spPr>
        <p:txBody>
          <a:bodyPr/>
          <a:lstStyle/>
          <a:p>
            <a:r>
              <a:rPr lang="en-IN" dirty="0"/>
              <a:t>GUI interface using </a:t>
            </a:r>
            <a:r>
              <a:rPr lang="en-IN" dirty="0" err="1"/>
              <a:t>Tkinter</a:t>
            </a:r>
            <a:endParaRPr lang="en-IN" dirty="0"/>
          </a:p>
          <a:p>
            <a:r>
              <a:rPr lang="en-IN" dirty="0"/>
              <a:t>Email alert system</a:t>
            </a:r>
          </a:p>
          <a:p>
            <a:r>
              <a:rPr lang="en-IN" dirty="0"/>
              <a:t>SMS notification system</a:t>
            </a:r>
          </a:p>
          <a:p>
            <a:r>
              <a:rPr lang="en-IN" dirty="0"/>
              <a:t>Real-time dashboard</a:t>
            </a:r>
          </a:p>
          <a:p>
            <a:r>
              <a:rPr lang="en-IN" dirty="0"/>
              <a:t>AI-based anomaly detection</a:t>
            </a:r>
          </a:p>
          <a:p>
            <a:r>
              <a:rPr lang="en-IN" dirty="0"/>
              <a:t>Cloud integration</a:t>
            </a:r>
          </a:p>
          <a:p>
            <a:r>
              <a:rPr lang="en-IN" dirty="0"/>
              <a:t>Database logging system</a:t>
            </a:r>
          </a:p>
          <a:p>
            <a:endParaRPr lang="en-IN" dirty="0"/>
          </a:p>
        </p:txBody>
      </p:sp>
    </p:spTree>
    <p:extLst>
      <p:ext uri="{BB962C8B-B14F-4D97-AF65-F5344CB8AC3E}">
        <p14:creationId xmlns:p14="http://schemas.microsoft.com/office/powerpoint/2010/main" val="213721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BCFA2-DEC9-0BA3-6E0E-F8E84B9AED62}"/>
              </a:ext>
            </a:extLst>
          </p:cNvPr>
          <p:cNvSpPr>
            <a:spLocks noGrp="1"/>
          </p:cNvSpPr>
          <p:nvPr>
            <p:ph type="title"/>
          </p:nvPr>
        </p:nvSpPr>
        <p:spPr>
          <a:xfrm>
            <a:off x="838200" y="365125"/>
            <a:ext cx="10515600" cy="777875"/>
          </a:xfrm>
        </p:spPr>
        <p:txBody>
          <a:bodyPr/>
          <a:lstStyle/>
          <a:p>
            <a:r>
              <a:rPr lang="en-US" dirty="0"/>
              <a:t>                            15.Conclusion</a:t>
            </a:r>
            <a:endParaRPr lang="en-IN" dirty="0"/>
          </a:p>
        </p:txBody>
      </p:sp>
      <p:sp>
        <p:nvSpPr>
          <p:cNvPr id="3" name="Content Placeholder 2">
            <a:extLst>
              <a:ext uri="{FF2B5EF4-FFF2-40B4-BE49-F238E27FC236}">
                <a16:creationId xmlns:a16="http://schemas.microsoft.com/office/drawing/2014/main" id="{93F3B1EE-5660-2497-F72C-13C95CA2D744}"/>
              </a:ext>
            </a:extLst>
          </p:cNvPr>
          <p:cNvSpPr>
            <a:spLocks noGrp="1"/>
          </p:cNvSpPr>
          <p:nvPr>
            <p:ph idx="1"/>
          </p:nvPr>
        </p:nvSpPr>
        <p:spPr>
          <a:xfrm>
            <a:off x="594360" y="1211580"/>
            <a:ext cx="10759440" cy="4965383"/>
          </a:xfrm>
        </p:spPr>
        <p:txBody>
          <a:bodyPr>
            <a:normAutofit/>
          </a:bodyPr>
          <a:lstStyle/>
          <a:p>
            <a:r>
              <a:rPr lang="en-US" sz="2000" dirty="0" err="1"/>
              <a:t>SentinelShield</a:t>
            </a:r>
            <a:r>
              <a:rPr lang="en-US" sz="2000" dirty="0"/>
              <a:t> is a basic cybersecurity monitoring tool developed using Python and executed through Windows CMD. The system successfully performs network scanning and file monitoring operations.</a:t>
            </a:r>
          </a:p>
          <a:p>
            <a:r>
              <a:rPr lang="en-US" sz="2000" dirty="0"/>
              <a:t>The project demonstrates practical implementation of cybersecurity concepts such as:</a:t>
            </a:r>
          </a:p>
          <a:p>
            <a:r>
              <a:rPr lang="en-US" sz="2000" dirty="0"/>
              <a:t>Intrusion detection</a:t>
            </a:r>
          </a:p>
          <a:p>
            <a:r>
              <a:rPr lang="en-US" sz="2000" dirty="0"/>
              <a:t>File integrity monitoring</a:t>
            </a:r>
          </a:p>
          <a:p>
            <a:r>
              <a:rPr lang="en-US" sz="2000" dirty="0"/>
              <a:t>Network scanning</a:t>
            </a:r>
          </a:p>
          <a:p>
            <a:r>
              <a:rPr lang="en-US" sz="2000" dirty="0"/>
              <a:t>Log analysis</a:t>
            </a:r>
          </a:p>
          <a:p>
            <a:r>
              <a:rPr lang="en-US" sz="2000" dirty="0"/>
              <a:t>Although it is a beginner-level tool, it provides strong foundational knowledge for developing advanced security systems in the future.</a:t>
            </a:r>
          </a:p>
          <a:p>
            <a:endParaRPr lang="en-IN" dirty="0"/>
          </a:p>
        </p:txBody>
      </p:sp>
    </p:spTree>
    <p:extLst>
      <p:ext uri="{BB962C8B-B14F-4D97-AF65-F5344CB8AC3E}">
        <p14:creationId xmlns:p14="http://schemas.microsoft.com/office/powerpoint/2010/main" val="10919337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114</TotalTime>
  <Words>1070</Words>
  <Application>Microsoft Office PowerPoint</Application>
  <PresentationFormat>Widescreen</PresentationFormat>
  <Paragraphs>211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Bookman Old Style</vt:lpstr>
      <vt:lpstr>Rockwell</vt:lpstr>
      <vt:lpstr>Damask</vt:lpstr>
      <vt:lpstr>                                     Index</vt:lpstr>
      <vt:lpstr>                             1.Introduction</vt:lpstr>
      <vt:lpstr>                          2.Project Overview</vt:lpstr>
      <vt:lpstr>                        3.Objectives of the Project</vt:lpstr>
      <vt:lpstr>                       4.Pratical Motivation</vt:lpstr>
      <vt:lpstr>                     5.Scope of the Project</vt:lpstr>
      <vt:lpstr>                  6. System Requirements</vt:lpstr>
      <vt:lpstr>                      7. Technology Used</vt:lpstr>
      <vt:lpstr>                   8.Module Description</vt:lpstr>
      <vt:lpstr>PowerPoint Presentation</vt:lpstr>
      <vt:lpstr>                9. Working of the System </vt:lpstr>
      <vt:lpstr>                   10.Program Code Overview</vt:lpstr>
      <vt:lpstr>                      11. Sample Output</vt:lpstr>
      <vt:lpstr>PowerPoint Presentation</vt:lpstr>
      <vt:lpstr>                             12.Advantages</vt:lpstr>
      <vt:lpstr>                      13.Limitations</vt:lpstr>
      <vt:lpstr>                      14.Future Enchancement</vt:lpstr>
      <vt:lpstr>                            15.Conclusion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Kamble</dc:creator>
  <cp:lastModifiedBy>Sanjana Kamble</cp:lastModifiedBy>
  <cp:revision>1</cp:revision>
  <dcterms:created xsi:type="dcterms:W3CDTF">2026-02-19T18:39:59Z</dcterms:created>
  <dcterms:modified xsi:type="dcterms:W3CDTF">2026-02-19T20:34:50Z</dcterms:modified>
</cp:coreProperties>
</file>